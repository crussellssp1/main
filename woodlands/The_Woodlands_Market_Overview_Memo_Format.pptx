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40" r:id="rId1"/>
    <p:sldMasterId id="2147484340" r:id="rId2"/>
  </p:sldMasterIdLst>
  <p:notesMasterIdLst>
    <p:notesMasterId r:id="rId11"/>
  </p:notesMasterIdLst>
  <p:handoutMasterIdLst>
    <p:handoutMasterId r:id="rId12"/>
  </p:handoutMasterIdLst>
  <p:sldIdLst>
    <p:sldId id="606" r:id="rId3"/>
    <p:sldId id="607" r:id="rId10"/>
    <p:sldId id="608" r:id="rId9"/>
    <p:sldId id="609" r:id="rId8"/>
    <p:sldId id="610" r:id="rId7"/>
    <p:sldId id="611" r:id="rId6"/>
  </p:sldIdLst>
  <p:sldSz cx="12192000" cy="6858000"/>
  <p:notesSz cx="6858000" cy="9144000"/>
  <p:custDataLst>
    <p:tags r:id="rId13"/>
  </p:custDataLst>
  <p:defaultText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lines" id="{DBEAACB9-42E8-EF49-8F01-36B23DEFBBAE}">
          <p14:sldIdLst>
            <p14:sldId id="606"/>
            <p14:sldId id="808"/>
            <p14:sldId id="826"/>
            <p14:sldId id="828"/>
            <p14:sldId id="809"/>
            <p14:sldId id="832"/>
            <p14:sldId id="833"/>
            <p14:sldId id="829"/>
          </p14:sldIdLst>
        </p14:section>
        <p14:section name="Agenda" id="{D234CE2A-B908-4BBF-BF9A-1069AC8075B6}">
          <p14:sldIdLst/>
        </p14:section>
        <p14:section name="Content Slides" id="{678BEFFE-B0F1-462E-AA7A-28C21F7282C1}">
          <p14:sldIdLst/>
        </p14:section>
        <p14:section name="Tables" id="{4DB4524E-9FEE-4D22-B697-7D324F4F36BB}">
          <p14:sldIdLst/>
        </p14:section>
        <p14:section name="Slide Examples" id="{1FAEB803-F07B-0B4B-809F-630E66A33442}">
          <p14:sldIdLst/>
        </p14:section>
        <p14:section name="International Orange Usage" id="{8889E953-6A85-4DE0-A23B-3F3D59F5599C}">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CE3598-E900-5009-F372-323647FE4F67}" name="Dirs, Lyndsey" initials="LD" userId="S::ldirs@sixthstreet.com::203ff164-9730-4f47-bf9b-6ae55a3d67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48"/>
    <a:srgbClr val="898989"/>
    <a:srgbClr val="E2CDA8"/>
    <a:srgbClr val="D4B484"/>
    <a:srgbClr val="C9A96E"/>
    <a:srgbClr val="8A6E3E"/>
    <a:srgbClr val="B4CFDF"/>
    <a:srgbClr val="75A8C4"/>
    <a:srgbClr val="1F547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2014" autoAdjust="0"/>
  </p:normalViewPr>
  <p:slideViewPr>
    <p:cSldViewPr snapToGrid="0">
      <p:cViewPr varScale="1">
        <p:scale>
          <a:sx n="139" d="100"/>
          <a:sy n="139" d="100"/>
        </p:scale>
        <p:origin x="104" y="21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p:cViewPr varScale="1">
        <p:scale>
          <a:sx n="89" d="100"/>
          <a:sy n="89" d="100"/>
        </p:scale>
        <p:origin x="4094" y="91"/>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2026E</c:v>
                </c:pt>
              </c:strCache>
            </c:strRef>
          </c:tx>
          <c:invertIfNegative val="0"/>
          <c:dPt>
            <c:idx val="0"/>
            <c:spPr>
              <a:solidFill>
                <a:srgbClr val="004A48"/>
              </a:solidFill>
            </c:spPr>
          </c:dPt>
          <c:dPt>
            <c:idx val="1"/>
            <c:spPr>
              <a:solidFill>
                <a:srgbClr val="004A48"/>
              </a:solidFill>
            </c:spPr>
          </c:dPt>
          <c:dPt>
            <c:idx val="2"/>
            <c:spPr>
              <a:solidFill>
                <a:srgbClr val="004A48"/>
              </a:solidFill>
            </c:spPr>
          </c:dPt>
          <c:dPt>
            <c:idx val="3"/>
            <c:spPr>
              <a:solidFill>
                <a:srgbClr val="A6A6A6"/>
              </a:solidFill>
            </c:spPr>
          </c:dPt>
          <c:dPt>
            <c:idx val="4"/>
            <c:spPr>
              <a:solidFill>
                <a:srgbClr val="A6A6A6"/>
              </a:solidFill>
            </c:spPr>
          </c:dPt>
          <c:dPt>
            <c:idx val="5"/>
            <c:spPr>
              <a:solidFill>
                <a:srgbClr val="A6A6A6"/>
              </a:solidFill>
            </c:spPr>
          </c:dPt>
          <c:dPt>
            <c:idx val="6"/>
            <c:spPr>
              <a:solidFill>
                <a:srgbClr val="A6A6A6"/>
              </a:solidFill>
            </c:spPr>
          </c:dPt>
          <c:cat>
            <c:strRef>
              <c:f>Sheet1!$A$2:$A$8</c:f>
              <c:strCache>
                <c:ptCount val="7"/>
                <c:pt idx="0">
                  <c:v>Health care</c:v>
                </c:pt>
                <c:pt idx="1">
                  <c:v>Construction</c:v>
                </c:pt>
                <c:pt idx="2">
                  <c:v>Public education</c:v>
                </c:pt>
                <c:pt idx="3">
                  <c:v>Retail</c:v>
                </c:pt>
                <c:pt idx="4">
                  <c:v>Oil &amp; gas extraction</c:v>
                </c:pt>
                <c:pt idx="5">
                  <c:v>Manufacturing</c:v>
                </c:pt>
                <c:pt idx="6">
                  <c:v>Admin support</c:v>
                </c:pt>
              </c:strCache>
            </c:strRef>
          </c:cat>
          <c:val>
            <c:numRef>
              <c:f>Sheet1!$B$2:$B$8</c:f>
              <c:numCache>
                <c:formatCode>General</c:formatCode>
                <c:ptCount val="7"/>
                <c:pt idx="0">
                  <c:v>14.0</c:v>
                </c:pt>
                <c:pt idx="1">
                  <c:v>6.1</c:v>
                </c:pt>
                <c:pt idx="2">
                  <c:v>5.8</c:v>
                </c:pt>
                <c:pt idx="3">
                  <c:v>-1.8</c:v>
                </c:pt>
                <c:pt idx="4">
                  <c:v>-3.2</c:v>
                </c:pt>
                <c:pt idx="5">
                  <c:v>-3.4</c:v>
                </c:pt>
                <c:pt idx="6">
                  <c:v>-7.5</c:v>
                </c:pt>
              </c:numCache>
            </c:numRef>
          </c:val>
        </c:ser>
        <c:dLbls>
          <c:numFmt formatCode="#,##0.0;(#,##0.0)" sourceLinked="0"/>
          <c:txPr>
            <a:bodyPr/>
            <a:lstStyle/>
            <a:p>
              <a:pPr>
                <a:defRPr sz="9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low"/>
        <c:spPr>
          <a:ln>
            <a:solidFill>
              <a:srgbClr val="A6A6A6"/>
            </a:solidFill>
          </a:ln>
        </c:spPr>
        <c:txPr>
          <a:bodyPr/>
          <a:lstStyle/>
          <a:p>
            <a:pPr>
              <a:defRPr sz="900"/>
            </a:pPr>
          </a:p>
        </c:txPr>
        <c:crossAx val="-2113994440"/>
        <c:crosses val="autoZero"/>
        <c:auto val="1"/>
        <c:lblAlgn val="ctr"/>
        <c:lblOffset val="100"/>
        <c:noMultiLvlLbl val="0"/>
      </c:catAx>
      <c:valAx>
        <c:axId val="-2113994440"/>
        <c:scaling>
          <c:max val="18.0"/>
          <c:min val="-11.0"/>
        </c:scaling>
        <c:delete/>
        <c:axPos val="b"/>
        <c:majorTickMark val="out"/>
        <c:minorTickMark val="none"/>
        <c:tickLblPos val="nextTo"/>
        <c:crossAx val="-2068027336"/>
        <c:crosses val="autoZero"/>
      </c:valAx>
    </c:plotArea>
    <c:dispBlanksAs val="gap"/>
  </c:chart>
  <c:txPr>
    <a:bodyPr/>
    <a:lstStyle/>
    <a:p>
      <a:pPr>
        <a:defRPr sz="900">
          <a:solidFill>
            <a:srgbClr val="00000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RevPAR</c:v>
                </c:pt>
              </c:strCache>
            </c:strRef>
          </c:tx>
          <c:dPt>
            <c:idx val="0"/>
            <c:spPr>
              <a:solidFill>
                <a:srgbClr val="004A48"/>
              </a:solidFill>
            </c:spPr>
          </c:dPt>
          <c:dPt>
            <c:idx val="1"/>
            <c:spPr>
              <a:solidFill>
                <a:srgbClr val="004A48"/>
              </a:solidFill>
            </c:spPr>
          </c:dPt>
          <c:dPt>
            <c:idx val="2"/>
            <c:spPr>
              <a:solidFill>
                <a:srgbClr val="004A48"/>
              </a:solidFill>
            </c:spPr>
          </c:dPt>
          <c:dPt>
            <c:idx val="3"/>
            <c:spPr>
              <a:solidFill>
                <a:srgbClr val="004A48"/>
              </a:solidFill>
            </c:spPr>
          </c:dPt>
          <c:dPt>
            <c:idx val="4"/>
            <c:spPr>
              <a:solidFill>
                <a:srgbClr val="004A48"/>
              </a:solidFill>
            </c:spPr>
          </c:dPt>
          <c:dPt>
            <c:idx val="5"/>
            <c:spPr>
              <a:solidFill>
                <a:srgbClr val="004A48"/>
              </a:solidFill>
            </c:spPr>
          </c:dPt>
          <c:dPt>
            <c:idx val="6"/>
            <c:spPr>
              <a:solidFill>
                <a:srgbClr val="004A48"/>
              </a:solidFill>
            </c:spPr>
          </c:dPt>
          <c:dPt>
            <c:idx val="7"/>
            <c:spPr>
              <a:solidFill>
                <a:srgbClr val="004A48"/>
              </a:solidFill>
            </c:spPr>
          </c:dPt>
          <c:dPt>
            <c:idx val="8"/>
            <c:spPr>
              <a:solidFill>
                <a:srgbClr val="A6A6A6"/>
              </a:solidFill>
            </c:spPr>
          </c:dPt>
          <c:cat>
            <c:strRef>
              <c:f>Sheet1!$A$2:$A$10</c:f>
              <c:strCache>
                <c:ptCount val="9"/>
                <c:pt idx="0">
                  <c:v>2017</c:v>
                </c:pt>
                <c:pt idx="1">
                  <c:v>2018</c:v>
                </c:pt>
                <c:pt idx="2">
                  <c:v>2019</c:v>
                </c:pt>
                <c:pt idx="3">
                  <c:v>2020</c:v>
                </c:pt>
                <c:pt idx="4">
                  <c:v>2021</c:v>
                </c:pt>
                <c:pt idx="5">
                  <c:v>2022</c:v>
                </c:pt>
                <c:pt idx="6">
                  <c:v>2023</c:v>
                </c:pt>
                <c:pt idx="7">
                  <c:v>2024</c:v>
                </c:pt>
                <c:pt idx="8">
                  <c:v>YTD 25</c:v>
                </c:pt>
              </c:strCache>
            </c:strRef>
          </c:cat>
          <c:val>
            <c:numRef>
              <c:f>Sheet1!$B$2:$B$10</c:f>
              <c:numCache>
                <c:formatCode>General</c:formatCode>
                <c:ptCount val="9"/>
                <c:pt idx="0">
                  <c:v>120.32</c:v>
                </c:pt>
                <c:pt idx="1">
                  <c:v>120.14</c:v>
                </c:pt>
                <c:pt idx="2">
                  <c:v>121.81</c:v>
                </c:pt>
                <c:pt idx="4">
                  <c:v>87.34</c:v>
                </c:pt>
                <c:pt idx="5">
                  <c:v>114.11</c:v>
                </c:pt>
                <c:pt idx="6">
                  <c:v>126.65</c:v>
                </c:pt>
                <c:pt idx="7">
                  <c:v>138.03</c:v>
                </c:pt>
                <c:pt idx="8">
                  <c:v>125.76</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800"/>
            </a:pPr>
          </a:p>
        </c:txPr>
        <c:crossAx val="-2113994440"/>
        <c:crosses val="autoZero"/>
        <c:auto val="1"/>
        <c:lblAlgn val="ctr"/>
        <c:lblOffset val="100"/>
        <c:noMultiLvlLbl val="0"/>
      </c:catAx>
      <c:valAx>
        <c:axId val="-2113994440"/>
        <c:scaling>
          <c:max val="165.0"/>
          <c:min val="0.0"/>
        </c:scaling>
        <c:delete/>
        <c:axPos val="l"/>
        <c:majorTickMark val="out"/>
        <c:minorTickMark val="none"/>
        <c:tickLblPos val="nextTo"/>
        <c:crossAx val="-2068027336"/>
        <c:crosses val="autoZero"/>
      </c:valAx>
    </c:plotArea>
    <c:dispBlanksAs val="gap"/>
  </c:chart>
  <c:txPr>
    <a:bodyPr/>
    <a:lstStyle/>
    <a:p>
      <a:pPr>
        <a:defRPr sz="900">
          <a:solidFill>
            <a:srgbClr val="000000"/>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213F06-828A-A293-51B7-D92E3FE20E5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R"/>
          </a:p>
        </p:txBody>
      </p:sp>
      <p:sp>
        <p:nvSpPr>
          <p:cNvPr id="3" name="Date Placeholder 2">
            <a:extLst>
              <a:ext uri="{FF2B5EF4-FFF2-40B4-BE49-F238E27FC236}">
                <a16:creationId xmlns:a16="http://schemas.microsoft.com/office/drawing/2014/main" id="{990697BE-8383-385B-3978-0ACD00D64C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7225BC-5FDB-2446-BE5B-67B1D3453DBF}" type="datetimeFigureOut">
              <a:rPr lang="en-BR" smtClean="0"/>
              <a:t>10/29/2026</a:t>
            </a:fld>
            <a:endParaRPr lang="en-BR"/>
          </a:p>
        </p:txBody>
      </p:sp>
      <p:sp>
        <p:nvSpPr>
          <p:cNvPr id="4" name="Footer Placeholder 3">
            <a:extLst>
              <a:ext uri="{FF2B5EF4-FFF2-40B4-BE49-F238E27FC236}">
                <a16:creationId xmlns:a16="http://schemas.microsoft.com/office/drawing/2014/main" id="{BB0B8AE1-0E26-5AF1-5D6B-208BC55C0E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BR"/>
          </a:p>
        </p:txBody>
      </p:sp>
    </p:spTree>
    <p:extLst>
      <p:ext uri="{BB962C8B-B14F-4D97-AF65-F5344CB8AC3E}">
        <p14:creationId xmlns:p14="http://schemas.microsoft.com/office/powerpoint/2010/main" val="30488697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41F5E9-C544-8F4C-A03A-C5CECA9DEB22}" type="datetimeFigureOut">
              <a:rPr lang="en-BR" smtClean="0"/>
              <a:t>10/29/2026</a:t>
            </a:fld>
            <a:endParaRPr lang="en-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646677-955E-024A-B034-D82803349E04}" type="slidenum">
              <a:rPr lang="en-BR" smtClean="0"/>
              <a:t>‹#›</a:t>
            </a:fld>
            <a:endParaRPr lang="en-BR"/>
          </a:p>
        </p:txBody>
      </p:sp>
    </p:spTree>
    <p:extLst>
      <p:ext uri="{BB962C8B-B14F-4D97-AF65-F5344CB8AC3E}">
        <p14:creationId xmlns:p14="http://schemas.microsoft.com/office/powerpoint/2010/main" val="765146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3.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5.svg"/><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6.pn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9.svg"/><Relationship Id="rId4" Type="http://schemas.openxmlformats.org/officeDocument/2006/relationships/image" Target="../media/image10.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sv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svg"/><Relationship Id="rId3" Type="http://schemas.openxmlformats.org/officeDocument/2006/relationships/image" Target="../media/image4.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 Id="rId3"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svg"/><Relationship Id="rId3" Type="http://schemas.openxmlformats.org/officeDocument/2006/relationships/image" Target="../media/image9.svg"/><Relationship Id="rId4" Type="http://schemas.openxmlformats.org/officeDocument/2006/relationships/image" Target="../media/image10.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svg"/><Relationship Id="rId3" Type="http://schemas.openxmlformats.org/officeDocument/2006/relationships/image" Target="../media/image12.svg"/><Relationship Id="rId4" Type="http://schemas.openxmlformats.org/officeDocument/2006/relationships/image" Target="../media/image13.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bg2"/>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D62B3EE2-B269-33BA-5438-E238CDA4A23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3">
            <a:extLst>
              <a:ext uri="{FF2B5EF4-FFF2-40B4-BE49-F238E27FC236}">
                <a16:creationId xmlns:a16="http://schemas.microsoft.com/office/drawing/2014/main" id="{9D0EE47F-2D68-47D5-93A2-AECB6B88BD9B}"/>
              </a:ext>
            </a:extLst>
          </p:cNvPr>
          <p:cNvPicPr>
            <a:picLocks noChangeAspect="1"/>
          </p:cNvPicPr>
          <p:nvPr userDrawn="1"/>
        </p:nvPicPr>
        <p:blipFill>
          <a:blip>
            <a:extLst>
              <a:ext uri="{96DAC541-7B7A-43D3-8B79-37D633B846F1}">
                <asvg:svgBlip xmlns:asvg="http://schemas.microsoft.com/office/drawing/2016/SVG/main" r:embed="rId3"/>
              </a:ext>
            </a:extLst>
          </a:blip>
          <a:srcRect l="-654" r="20793"/>
          <a:stretch>
            <a:fillRect/>
          </a:stretch>
        </p:blipFill>
        <p:spPr>
          <a:xfrm>
            <a:off x="3786554" y="-1"/>
            <a:ext cx="8405447" cy="6858001"/>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306659" y="3126481"/>
            <a:ext cx="6217233" cy="1428792"/>
          </a:xfrm>
          <a:prstGeom prst="rect">
            <a:avLst/>
          </a:prstGeom>
        </p:spPr>
        <p:txBody>
          <a:bodyPr lIns="0" tIns="0" rIns="0" bIns="0" anchor="ctr"/>
          <a:lstStyle>
            <a:lvl1pPr algn="l">
              <a:defRPr sz="5400"/>
            </a:lvl1pPr>
          </a:lstStyle>
          <a:p>
            <a:r>
              <a:rPr lang="en-US" dirty="0"/>
              <a:t>Type title here — Can go into two lines</a:t>
            </a:r>
            <a:endParaRPr lang="en-BR" dirty="0"/>
          </a:p>
        </p:txBody>
      </p:sp>
      <p:sp>
        <p:nvSpPr>
          <p:cNvPr id="6" name="Text Placeholder 9">
            <a:extLst>
              <a:ext uri="{FF2B5EF4-FFF2-40B4-BE49-F238E27FC236}">
                <a16:creationId xmlns:a16="http://schemas.microsoft.com/office/drawing/2014/main" id="{C5AB7804-06D0-51C3-0360-3A894921DDD5}"/>
              </a:ext>
            </a:extLst>
          </p:cNvPr>
          <p:cNvSpPr>
            <a:spLocks noGrp="1"/>
          </p:cNvSpPr>
          <p:nvPr>
            <p:ph type="body" sz="quarter" idx="11" hasCustomPrompt="1"/>
          </p:nvPr>
        </p:nvSpPr>
        <p:spPr>
          <a:xfrm>
            <a:off x="306660" y="4828558"/>
            <a:ext cx="6217232" cy="213803"/>
          </a:xfrm>
          <a:prstGeom prst="rect">
            <a:avLst/>
          </a:prstGeom>
        </p:spPr>
        <p:txBody>
          <a:bodyPr lIns="0" tIns="0" rIns="0" bIns="0" anchor="ctr"/>
          <a:lstStyle>
            <a:lvl1pPr algn="l">
              <a:buNone/>
              <a:defRPr sz="1800"/>
            </a:lvl1pPr>
            <a:lvl2pPr>
              <a:buNone/>
              <a:defRPr/>
            </a:lvl2pPr>
            <a:lvl3pPr>
              <a:buNone/>
              <a:defRPr/>
            </a:lvl3pPr>
            <a:lvl4pPr>
              <a:buNone/>
              <a:defRPr/>
            </a:lvl4pPr>
            <a:lvl5pPr>
              <a:buNone/>
              <a:defRPr/>
            </a:lvl5pPr>
          </a:lstStyle>
          <a:p>
            <a:pPr lvl="0"/>
            <a:r>
              <a:rPr lang="en-US" dirty="0"/>
              <a:t>Click to edit Report Date</a:t>
            </a:r>
            <a:endParaRPr lang="en-BR" dirty="0"/>
          </a:p>
        </p:txBody>
      </p:sp>
      <p:pic>
        <p:nvPicPr>
          <p:cNvPr id="5" name="Graphic 4">
            <a:extLst>
              <a:ext uri="{FF2B5EF4-FFF2-40B4-BE49-F238E27FC236}">
                <a16:creationId xmlns:a16="http://schemas.microsoft.com/office/drawing/2014/main" id="{5D5A2ECB-AB6C-D28A-C08E-447E9830658D}"/>
              </a:ext>
            </a:extLst>
          </p:cNvPr>
          <p:cNvPicPr>
            <a:picLocks noChangeAspect="1"/>
          </p:cNvPicPr>
          <p:nvPr userDrawn="1"/>
        </p:nvPicPr>
        <p:blipFill>
          <a:blip>
            <a:extLst>
              <a:ext uri="{96DAC541-7B7A-43D3-8B79-37D633B846F1}">
                <asvg:svgBlip xmlns:asvg="http://schemas.microsoft.com/office/drawing/2016/SVG/main" r:embed="rId4"/>
              </a:ext>
            </a:extLst>
          </a:blip>
          <a:srcRect l="21212"/>
          <a:stretch>
            <a:fillRect/>
          </a:stretch>
        </p:blipFill>
        <p:spPr>
          <a:xfrm>
            <a:off x="495300" y="6335126"/>
            <a:ext cx="694481" cy="213803"/>
          </a:xfrm>
          <a:prstGeom prst="rect">
            <a:avLst/>
          </a:prstGeom>
        </p:spPr>
      </p:pic>
      <p:sp>
        <p:nvSpPr>
          <p:cNvPr id="3" name="Footer Placeholder 3">
            <a:extLst>
              <a:ext uri="{FF2B5EF4-FFF2-40B4-BE49-F238E27FC236}">
                <a16:creationId xmlns:a16="http://schemas.microsoft.com/office/drawing/2014/main" id="{DC05DB62-5E23-7B1E-C9C4-DAA01CE388C1}"/>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spTree>
    <p:extLst>
      <p:ext uri="{BB962C8B-B14F-4D97-AF65-F5344CB8AC3E}">
        <p14:creationId xmlns:p14="http://schemas.microsoft.com/office/powerpoint/2010/main" val="35308634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variant]">
    <p:bg>
      <p:bgPr>
        <a:solidFill>
          <a:schemeClr val="bg2"/>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26386488-0901-F5D4-C426-D4FA955EA0E3}"/>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3">
            <a:extLst>
              <a:ext uri="{FF2B5EF4-FFF2-40B4-BE49-F238E27FC236}">
                <a16:creationId xmlns:a16="http://schemas.microsoft.com/office/drawing/2014/main" id="{9D0EE47F-2D68-47D5-93A2-AECB6B88BD9B}"/>
              </a:ext>
            </a:extLst>
          </p:cNvPr>
          <p:cNvPicPr>
            <a:picLocks noChangeAspect="1"/>
          </p:cNvPicPr>
          <p:nvPr userDrawn="1"/>
        </p:nvPicPr>
        <p:blipFill>
          <a:blip>
            <a:alphaModFix amt="25000"/>
            <a:extLst>
              <a:ext uri="{96DAC541-7B7A-43D3-8B79-37D633B846F1}">
                <asvg:svgBlip xmlns:asvg="http://schemas.microsoft.com/office/drawing/2016/SVG/main" r:embed="rId3"/>
              </a:ext>
            </a:extLst>
          </a:blip>
          <a:srcRect t="26985" r="42897" b="16813"/>
          <a:stretch>
            <a:fillRect/>
          </a:stretch>
        </p:blipFill>
        <p:spPr>
          <a:xfrm>
            <a:off x="6043963" y="-1"/>
            <a:ext cx="6148038" cy="6858001"/>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306659" y="3126481"/>
            <a:ext cx="6217233" cy="1428792"/>
          </a:xfrm>
          <a:prstGeom prst="rect">
            <a:avLst/>
          </a:prstGeom>
        </p:spPr>
        <p:txBody>
          <a:bodyPr lIns="0" tIns="0" rIns="0" bIns="0" anchor="ctr"/>
          <a:lstStyle>
            <a:lvl1pPr algn="l">
              <a:defRPr sz="5400"/>
            </a:lvl1pPr>
          </a:lstStyle>
          <a:p>
            <a:r>
              <a:rPr lang="en-US" dirty="0"/>
              <a:t>Type title here — Can go into two lines</a:t>
            </a:r>
            <a:endParaRPr lang="en-BR" dirty="0"/>
          </a:p>
        </p:txBody>
      </p:sp>
      <p:sp>
        <p:nvSpPr>
          <p:cNvPr id="6" name="Text Placeholder 9">
            <a:extLst>
              <a:ext uri="{FF2B5EF4-FFF2-40B4-BE49-F238E27FC236}">
                <a16:creationId xmlns:a16="http://schemas.microsoft.com/office/drawing/2014/main" id="{C5AB7804-06D0-51C3-0360-3A894921DDD5}"/>
              </a:ext>
            </a:extLst>
          </p:cNvPr>
          <p:cNvSpPr>
            <a:spLocks noGrp="1"/>
          </p:cNvSpPr>
          <p:nvPr>
            <p:ph type="body" sz="quarter" idx="11" hasCustomPrompt="1"/>
          </p:nvPr>
        </p:nvSpPr>
        <p:spPr>
          <a:xfrm>
            <a:off x="306660" y="4828558"/>
            <a:ext cx="6217232" cy="213803"/>
          </a:xfrm>
          <a:prstGeom prst="rect">
            <a:avLst/>
          </a:prstGeom>
        </p:spPr>
        <p:txBody>
          <a:bodyPr lIns="0" tIns="0" rIns="0" bIns="0" anchor="ctr"/>
          <a:lstStyle>
            <a:lvl1pPr algn="l">
              <a:buNone/>
              <a:defRPr sz="1800"/>
            </a:lvl1pPr>
            <a:lvl2pPr>
              <a:buNone/>
              <a:defRPr/>
            </a:lvl2pPr>
            <a:lvl3pPr>
              <a:buNone/>
              <a:defRPr/>
            </a:lvl3pPr>
            <a:lvl4pPr>
              <a:buNone/>
              <a:defRPr/>
            </a:lvl4pPr>
            <a:lvl5pPr>
              <a:buNone/>
              <a:defRPr/>
            </a:lvl5pPr>
          </a:lstStyle>
          <a:p>
            <a:pPr lvl="0"/>
            <a:r>
              <a:rPr lang="en-US" dirty="0"/>
              <a:t>Click to edit Report Date</a:t>
            </a:r>
            <a:endParaRPr lang="en-BR" dirty="0"/>
          </a:p>
        </p:txBody>
      </p:sp>
      <p:pic>
        <p:nvPicPr>
          <p:cNvPr id="5" name="Graphic 4">
            <a:extLst>
              <a:ext uri="{FF2B5EF4-FFF2-40B4-BE49-F238E27FC236}">
                <a16:creationId xmlns:a16="http://schemas.microsoft.com/office/drawing/2014/main" id="{5D5A2ECB-AB6C-D28A-C08E-447E9830658D}"/>
              </a:ext>
            </a:extLst>
          </p:cNvPr>
          <p:cNvPicPr>
            <a:picLocks noChangeAspect="1"/>
          </p:cNvPicPr>
          <p:nvPr userDrawn="1"/>
        </p:nvPicPr>
        <p:blipFill>
          <a:blip>
            <a:extLst>
              <a:ext uri="{96DAC541-7B7A-43D3-8B79-37D633B846F1}">
                <asvg:svgBlip xmlns:asvg="http://schemas.microsoft.com/office/drawing/2016/SVG/main" r:embed="rId4"/>
              </a:ext>
            </a:extLst>
          </a:blip>
          <a:srcRect l="21212"/>
          <a:stretch>
            <a:fillRect/>
          </a:stretch>
        </p:blipFill>
        <p:spPr>
          <a:xfrm>
            <a:off x="495300" y="6335126"/>
            <a:ext cx="694481" cy="213803"/>
          </a:xfrm>
          <a:prstGeom prst="rect">
            <a:avLst/>
          </a:prstGeom>
        </p:spPr>
      </p:pic>
      <p:sp>
        <p:nvSpPr>
          <p:cNvPr id="3" name="Footer Placeholder 3">
            <a:extLst>
              <a:ext uri="{FF2B5EF4-FFF2-40B4-BE49-F238E27FC236}">
                <a16:creationId xmlns:a16="http://schemas.microsoft.com/office/drawing/2014/main" id="{DC05DB62-5E23-7B1E-C9C4-DAA01CE388C1}"/>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spTree>
    <p:extLst>
      <p:ext uri="{BB962C8B-B14F-4D97-AF65-F5344CB8AC3E}">
        <p14:creationId xmlns:p14="http://schemas.microsoft.com/office/powerpoint/2010/main" val="338378549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Cover [1]">
    <p:bg>
      <p:bgPr>
        <a:solidFill>
          <a:schemeClr val="accent3"/>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0FDC7DF6-27F2-6E56-4B54-BB3D25E5F21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4BE9D36-EB8A-8701-9E81-073CEDEC7689}"/>
              </a:ext>
            </a:extLst>
          </p:cNvPr>
          <p:cNvPicPr>
            <a:picLocks noChangeAspect="1"/>
          </p:cNvPicPr>
          <p:nvPr userDrawn="1"/>
        </p:nvPicPr>
        <p:blipFill>
          <a:blip r:embed="rId3"/>
          <a:stretch>
            <a:fillRect/>
          </a:stretch>
        </p:blipFill>
        <p:spPr>
          <a:xfrm>
            <a:off x="3709481" y="-1"/>
            <a:ext cx="8482520" cy="6862263"/>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1051133" y="3501594"/>
            <a:ext cx="11038456" cy="1059678"/>
          </a:xfrm>
          <a:prstGeom prst="rect">
            <a:avLst/>
          </a:prstGeom>
        </p:spPr>
        <p:txBody>
          <a:bodyPr lIns="0" tIns="0" rIns="0" bIns="0" anchor="t"/>
          <a:lstStyle>
            <a:lvl1pPr algn="l">
              <a:defRPr sz="5400"/>
            </a:lvl1pPr>
          </a:lstStyle>
          <a:p>
            <a:r>
              <a:rPr lang="en-US" dirty="0"/>
              <a:t>Type title here — keep to one line</a:t>
            </a:r>
            <a:endParaRPr lang="en-BR" dirty="0"/>
          </a:p>
        </p:txBody>
      </p:sp>
      <p:sp>
        <p:nvSpPr>
          <p:cNvPr id="13" name="Text Placeholder 12">
            <a:extLst>
              <a:ext uri="{FF2B5EF4-FFF2-40B4-BE49-F238E27FC236}">
                <a16:creationId xmlns:a16="http://schemas.microsoft.com/office/drawing/2014/main" id="{6803F5C6-EA4E-4870-5303-13F15008B812}"/>
              </a:ext>
            </a:extLst>
          </p:cNvPr>
          <p:cNvSpPr>
            <a:spLocks noGrp="1"/>
          </p:cNvSpPr>
          <p:nvPr>
            <p:ph type="body" sz="quarter" idx="12" hasCustomPrompt="1"/>
          </p:nvPr>
        </p:nvSpPr>
        <p:spPr>
          <a:xfrm>
            <a:off x="307649" y="3501594"/>
            <a:ext cx="615297" cy="410198"/>
          </a:xfrm>
          <a:prstGeom prst="rect">
            <a:avLst/>
          </a:prstGeom>
        </p:spPr>
        <p:txBody>
          <a:bodyPr lIns="0" tIns="0" rIns="0" bIns="0" anchor="t"/>
          <a:lstStyle>
            <a:lvl1pPr>
              <a:buNone/>
              <a:defRPr sz="2400">
                <a:solidFill>
                  <a:schemeClr val="tx2"/>
                </a:solidFill>
                <a:latin typeface="+mn-lt"/>
              </a:defRPr>
            </a:lvl1pPr>
            <a:lvl2pPr>
              <a:buNone/>
              <a:defRPr/>
            </a:lvl2pPr>
            <a:lvl3pPr>
              <a:buNone/>
              <a:defRPr/>
            </a:lvl3pPr>
            <a:lvl4pPr>
              <a:buNone/>
              <a:defRPr/>
            </a:lvl4pPr>
            <a:lvl5pPr>
              <a:buNone/>
              <a:defRPr/>
            </a:lvl5pPr>
          </a:lstStyle>
          <a:p>
            <a:pPr lvl="0"/>
            <a:r>
              <a:rPr lang="en-US" dirty="0"/>
              <a:t>00</a:t>
            </a:r>
            <a:endParaRPr lang="en-BR" dirty="0"/>
          </a:p>
        </p:txBody>
      </p:sp>
      <p:sp>
        <p:nvSpPr>
          <p:cNvPr id="4" name="Footer Placeholder 3">
            <a:extLst>
              <a:ext uri="{FF2B5EF4-FFF2-40B4-BE49-F238E27FC236}">
                <a16:creationId xmlns:a16="http://schemas.microsoft.com/office/drawing/2014/main" id="{C1A058D9-1445-4B89-6F70-CDF499E4ED93}"/>
              </a:ext>
            </a:extLst>
          </p:cNvPr>
          <p:cNvSpPr>
            <a:spLocks noGrp="1"/>
          </p:cNvSpPr>
          <p:nvPr>
            <p:ph type="ftr" sz="quarter" idx="3"/>
          </p:nvPr>
        </p:nvSpPr>
        <p:spPr>
          <a:xfrm>
            <a:off x="5318631" y="6400153"/>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pic>
        <p:nvPicPr>
          <p:cNvPr id="5" name="Graphic 4">
            <a:extLst>
              <a:ext uri="{FF2B5EF4-FFF2-40B4-BE49-F238E27FC236}">
                <a16:creationId xmlns:a16="http://schemas.microsoft.com/office/drawing/2014/main" id="{5FD20E20-067A-F75B-A65E-121238B6D9D8}"/>
              </a:ext>
            </a:extLst>
          </p:cNvPr>
          <p:cNvPicPr>
            <a:picLocks noChangeAspect="1"/>
          </p:cNvPicPr>
          <p:nvPr userDrawn="1"/>
        </p:nvPicPr>
        <p:blipFill>
          <a:blip>
            <a:extLst>
              <a:ext uri="{96DAC541-7B7A-43D3-8B79-37D633B846F1}">
                <asvg:svgBlip xmlns:asvg="http://schemas.microsoft.com/office/drawing/2016/SVG/main" r:embed="rId4"/>
              </a:ext>
            </a:extLst>
          </a:blip>
          <a:srcRect l="21212"/>
          <a:stretch>
            <a:fillRect/>
          </a:stretch>
        </p:blipFill>
        <p:spPr>
          <a:xfrm>
            <a:off x="495300" y="6335126"/>
            <a:ext cx="694481" cy="213803"/>
          </a:xfrm>
          <a:prstGeom prst="rect">
            <a:avLst/>
          </a:prstGeom>
        </p:spPr>
      </p:pic>
    </p:spTree>
    <p:extLst>
      <p:ext uri="{BB962C8B-B14F-4D97-AF65-F5344CB8AC3E}">
        <p14:creationId xmlns:p14="http://schemas.microsoft.com/office/powerpoint/2010/main" val="178576425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Cover [2]">
    <p:bg>
      <p:bgPr>
        <a:solidFill>
          <a:schemeClr val="accent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BE9D36-EB8A-8701-9E81-073CEDEC7689}"/>
              </a:ext>
            </a:extLst>
          </p:cNvPr>
          <p:cNvPicPr>
            <a:picLocks noChangeAspect="1"/>
          </p:cNvPicPr>
          <p:nvPr userDrawn="1"/>
        </p:nvPicPr>
        <p:blipFill>
          <a:blip r:embed="rId2"/>
          <a:stretch>
            <a:fillRect/>
          </a:stretch>
        </p:blipFill>
        <p:spPr>
          <a:xfrm>
            <a:off x="3709481" y="-1"/>
            <a:ext cx="8482520" cy="6862263"/>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1051133" y="3501594"/>
            <a:ext cx="11038456" cy="1059678"/>
          </a:xfrm>
          <a:prstGeom prst="rect">
            <a:avLst/>
          </a:prstGeom>
        </p:spPr>
        <p:txBody>
          <a:bodyPr lIns="0" tIns="0" rIns="0" bIns="0" anchor="t"/>
          <a:lstStyle>
            <a:lvl1pPr algn="l">
              <a:defRPr sz="5400"/>
            </a:lvl1pPr>
          </a:lstStyle>
          <a:p>
            <a:r>
              <a:rPr lang="en-US" dirty="0"/>
              <a:t>Type title here — keep to one line</a:t>
            </a:r>
            <a:endParaRPr lang="en-BR" dirty="0"/>
          </a:p>
        </p:txBody>
      </p:sp>
      <p:sp>
        <p:nvSpPr>
          <p:cNvPr id="13" name="Text Placeholder 12">
            <a:extLst>
              <a:ext uri="{FF2B5EF4-FFF2-40B4-BE49-F238E27FC236}">
                <a16:creationId xmlns:a16="http://schemas.microsoft.com/office/drawing/2014/main" id="{6803F5C6-EA4E-4870-5303-13F15008B812}"/>
              </a:ext>
            </a:extLst>
          </p:cNvPr>
          <p:cNvSpPr>
            <a:spLocks noGrp="1"/>
          </p:cNvSpPr>
          <p:nvPr>
            <p:ph type="body" sz="quarter" idx="12" hasCustomPrompt="1"/>
          </p:nvPr>
        </p:nvSpPr>
        <p:spPr>
          <a:xfrm>
            <a:off x="307649" y="3501594"/>
            <a:ext cx="615297" cy="410198"/>
          </a:xfrm>
          <a:prstGeom prst="rect">
            <a:avLst/>
          </a:prstGeom>
        </p:spPr>
        <p:txBody>
          <a:bodyPr lIns="0" tIns="0" rIns="0" bIns="0" anchor="t"/>
          <a:lstStyle>
            <a:lvl1pPr>
              <a:buNone/>
              <a:defRPr sz="2400">
                <a:solidFill>
                  <a:schemeClr val="tx2"/>
                </a:solidFill>
                <a:latin typeface="+mn-lt"/>
              </a:defRPr>
            </a:lvl1pPr>
            <a:lvl2pPr>
              <a:buNone/>
              <a:defRPr/>
            </a:lvl2pPr>
            <a:lvl3pPr>
              <a:buNone/>
              <a:defRPr/>
            </a:lvl3pPr>
            <a:lvl4pPr>
              <a:buNone/>
              <a:defRPr/>
            </a:lvl4pPr>
            <a:lvl5pPr>
              <a:buNone/>
              <a:defRPr/>
            </a:lvl5pPr>
          </a:lstStyle>
          <a:p>
            <a:pPr lvl="0"/>
            <a:r>
              <a:rPr lang="en-US" dirty="0"/>
              <a:t>00</a:t>
            </a:r>
            <a:endParaRPr lang="en-BR" dirty="0"/>
          </a:p>
        </p:txBody>
      </p:sp>
      <p:sp>
        <p:nvSpPr>
          <p:cNvPr id="4" name="Footer Placeholder 3">
            <a:extLst>
              <a:ext uri="{FF2B5EF4-FFF2-40B4-BE49-F238E27FC236}">
                <a16:creationId xmlns:a16="http://schemas.microsoft.com/office/drawing/2014/main" id="{C1A058D9-1445-4B89-6F70-CDF499E4ED93}"/>
              </a:ext>
            </a:extLst>
          </p:cNvPr>
          <p:cNvSpPr>
            <a:spLocks noGrp="1"/>
          </p:cNvSpPr>
          <p:nvPr>
            <p:ph type="ftr" sz="quarter" idx="3"/>
          </p:nvPr>
        </p:nvSpPr>
        <p:spPr>
          <a:xfrm>
            <a:off x="5318631" y="6400153"/>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spTree>
    <p:extLst>
      <p:ext uri="{BB962C8B-B14F-4D97-AF65-F5344CB8AC3E}">
        <p14:creationId xmlns:p14="http://schemas.microsoft.com/office/powerpoint/2010/main" val="48511026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Cover [3]">
    <p:bg>
      <p:bgPr>
        <a:solidFill>
          <a:schemeClr val="accent6"/>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BE9D36-EB8A-8701-9E81-073CEDEC7689}"/>
              </a:ext>
            </a:extLst>
          </p:cNvPr>
          <p:cNvPicPr>
            <a:picLocks noChangeAspect="1"/>
          </p:cNvPicPr>
          <p:nvPr userDrawn="1"/>
        </p:nvPicPr>
        <p:blipFill>
          <a:blip r:embed="rId2"/>
          <a:stretch>
            <a:fillRect/>
          </a:stretch>
        </p:blipFill>
        <p:spPr>
          <a:xfrm>
            <a:off x="3709481" y="-1"/>
            <a:ext cx="8482520" cy="6862263"/>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1051133" y="3501594"/>
            <a:ext cx="11038456" cy="1059678"/>
          </a:xfrm>
          <a:prstGeom prst="rect">
            <a:avLst/>
          </a:prstGeom>
        </p:spPr>
        <p:txBody>
          <a:bodyPr lIns="0" tIns="0" rIns="0" bIns="0" anchor="t"/>
          <a:lstStyle>
            <a:lvl1pPr algn="l">
              <a:defRPr sz="5400"/>
            </a:lvl1pPr>
          </a:lstStyle>
          <a:p>
            <a:r>
              <a:rPr lang="en-US" dirty="0"/>
              <a:t>Type title here — keep to one line</a:t>
            </a:r>
            <a:endParaRPr lang="en-BR" dirty="0"/>
          </a:p>
        </p:txBody>
      </p:sp>
      <p:sp>
        <p:nvSpPr>
          <p:cNvPr id="13" name="Text Placeholder 12">
            <a:extLst>
              <a:ext uri="{FF2B5EF4-FFF2-40B4-BE49-F238E27FC236}">
                <a16:creationId xmlns:a16="http://schemas.microsoft.com/office/drawing/2014/main" id="{6803F5C6-EA4E-4870-5303-13F15008B812}"/>
              </a:ext>
            </a:extLst>
          </p:cNvPr>
          <p:cNvSpPr>
            <a:spLocks noGrp="1"/>
          </p:cNvSpPr>
          <p:nvPr>
            <p:ph type="body" sz="quarter" idx="12" hasCustomPrompt="1"/>
          </p:nvPr>
        </p:nvSpPr>
        <p:spPr>
          <a:xfrm>
            <a:off x="307649" y="3501594"/>
            <a:ext cx="615297" cy="410198"/>
          </a:xfrm>
          <a:prstGeom prst="rect">
            <a:avLst/>
          </a:prstGeom>
        </p:spPr>
        <p:txBody>
          <a:bodyPr lIns="0" tIns="0" rIns="0" bIns="0" anchor="t"/>
          <a:lstStyle>
            <a:lvl1pPr>
              <a:buNone/>
              <a:defRPr sz="2400">
                <a:solidFill>
                  <a:schemeClr val="tx2"/>
                </a:solidFill>
                <a:latin typeface="+mn-lt"/>
              </a:defRPr>
            </a:lvl1pPr>
            <a:lvl2pPr>
              <a:buNone/>
              <a:defRPr/>
            </a:lvl2pPr>
            <a:lvl3pPr>
              <a:buNone/>
              <a:defRPr/>
            </a:lvl3pPr>
            <a:lvl4pPr>
              <a:buNone/>
              <a:defRPr/>
            </a:lvl4pPr>
            <a:lvl5pPr>
              <a:buNone/>
              <a:defRPr/>
            </a:lvl5pPr>
          </a:lstStyle>
          <a:p>
            <a:pPr lvl="0"/>
            <a:r>
              <a:rPr lang="en-US" dirty="0"/>
              <a:t>00</a:t>
            </a:r>
            <a:endParaRPr lang="en-BR" dirty="0"/>
          </a:p>
        </p:txBody>
      </p:sp>
      <p:sp>
        <p:nvSpPr>
          <p:cNvPr id="4" name="Footer Placeholder 3">
            <a:extLst>
              <a:ext uri="{FF2B5EF4-FFF2-40B4-BE49-F238E27FC236}">
                <a16:creationId xmlns:a16="http://schemas.microsoft.com/office/drawing/2014/main" id="{C1A058D9-1445-4B89-6F70-CDF499E4ED93}"/>
              </a:ext>
            </a:extLst>
          </p:cNvPr>
          <p:cNvSpPr>
            <a:spLocks noGrp="1"/>
          </p:cNvSpPr>
          <p:nvPr>
            <p:ph type="ftr" sz="quarter" idx="3"/>
          </p:nvPr>
        </p:nvSpPr>
        <p:spPr>
          <a:xfrm>
            <a:off x="5318631" y="6400153"/>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spTree>
    <p:extLst>
      <p:ext uri="{BB962C8B-B14F-4D97-AF65-F5344CB8AC3E}">
        <p14:creationId xmlns:p14="http://schemas.microsoft.com/office/powerpoint/2010/main" val="342284976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Cover [4]">
    <p:bg>
      <p:bgRef idx="1001">
        <a:schemeClr val="bg1"/>
      </p:bgRef>
    </p:bg>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49B819F0-9629-881E-4557-6FB1669328E9}"/>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4BE9D36-EB8A-8701-9E81-073CEDEC7689}"/>
              </a:ext>
            </a:extLst>
          </p:cNvPr>
          <p:cNvPicPr>
            <a:picLocks noChangeAspect="1"/>
          </p:cNvPicPr>
          <p:nvPr userDrawn="1"/>
        </p:nvPicPr>
        <p:blipFill>
          <a:blip r:embed="rId3"/>
          <a:stretch>
            <a:fillRect/>
          </a:stretch>
        </p:blipFill>
        <p:spPr>
          <a:xfrm>
            <a:off x="3709481" y="-1"/>
            <a:ext cx="8482520" cy="6862263"/>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342261" y="3501594"/>
            <a:ext cx="11747328" cy="1059678"/>
          </a:xfrm>
          <a:prstGeom prst="rect">
            <a:avLst/>
          </a:prstGeom>
        </p:spPr>
        <p:txBody>
          <a:bodyPr lIns="0" tIns="0" rIns="0" bIns="0" anchor="t"/>
          <a:lstStyle>
            <a:lvl1pPr algn="l">
              <a:defRPr sz="5400"/>
            </a:lvl1pPr>
          </a:lstStyle>
          <a:p>
            <a:r>
              <a:rPr lang="en-US" dirty="0"/>
              <a:t>Type title here — keep to one line</a:t>
            </a:r>
            <a:endParaRPr lang="en-BR" dirty="0"/>
          </a:p>
        </p:txBody>
      </p:sp>
      <p:sp>
        <p:nvSpPr>
          <p:cNvPr id="4" name="Footer Placeholder 3">
            <a:extLst>
              <a:ext uri="{FF2B5EF4-FFF2-40B4-BE49-F238E27FC236}">
                <a16:creationId xmlns:a16="http://schemas.microsoft.com/office/drawing/2014/main" id="{C1A058D9-1445-4B89-6F70-CDF499E4ED93}"/>
              </a:ext>
            </a:extLst>
          </p:cNvPr>
          <p:cNvSpPr>
            <a:spLocks noGrp="1"/>
          </p:cNvSpPr>
          <p:nvPr>
            <p:ph type="ftr" sz="quarter" idx="3"/>
          </p:nvPr>
        </p:nvSpPr>
        <p:spPr>
          <a:xfrm>
            <a:off x="5318631" y="6400153"/>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1258702377"/>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ing Slide">
    <p:bg>
      <p:bgRef idx="1001">
        <a:schemeClr val="bg2"/>
      </p:bgRef>
    </p:bg>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C5AB7804-06D0-51C3-0360-3A894921DDD5}"/>
              </a:ext>
            </a:extLst>
          </p:cNvPr>
          <p:cNvSpPr>
            <a:spLocks noGrp="1"/>
          </p:cNvSpPr>
          <p:nvPr>
            <p:ph type="body" sz="quarter" idx="11" hasCustomPrompt="1"/>
          </p:nvPr>
        </p:nvSpPr>
        <p:spPr>
          <a:xfrm>
            <a:off x="306660" y="5102330"/>
            <a:ext cx="4663368" cy="213804"/>
          </a:xfrm>
          <a:prstGeom prst="rect">
            <a:avLst/>
          </a:prstGeom>
        </p:spPr>
        <p:txBody>
          <a:bodyPr lIns="0" tIns="0" rIns="0" bIns="0" anchor="ctr"/>
          <a:lstStyle>
            <a:lvl1pPr algn="l">
              <a:buNone/>
              <a:defRPr sz="1000"/>
            </a:lvl1pPr>
            <a:lvl2pPr>
              <a:buNone/>
              <a:defRPr/>
            </a:lvl2pPr>
            <a:lvl3pPr>
              <a:buNone/>
              <a:defRPr/>
            </a:lvl3pPr>
            <a:lvl4pPr>
              <a:buNone/>
              <a:defRPr/>
            </a:lvl4pPr>
            <a:lvl5pPr>
              <a:buNone/>
              <a:defRPr/>
            </a:lvl5pPr>
          </a:lstStyle>
          <a:p>
            <a:pPr lvl="0"/>
            <a:r>
              <a:rPr lang="en-US" dirty="0"/>
              <a:t>Click to edit address/website</a:t>
            </a:r>
            <a:endParaRPr lang="en-BR" dirty="0"/>
          </a:p>
        </p:txBody>
      </p:sp>
      <p:pic>
        <p:nvPicPr>
          <p:cNvPr id="9" name="Picture 3">
            <a:extLst>
              <a:ext uri="{FF2B5EF4-FFF2-40B4-BE49-F238E27FC236}">
                <a16:creationId xmlns:a16="http://schemas.microsoft.com/office/drawing/2014/main" id="{9D0EE47F-2D68-47D5-93A2-AECB6B88BD9B}"/>
              </a:ext>
            </a:extLst>
          </p:cNvPr>
          <p:cNvPicPr>
            <a:picLocks noChangeAspect="1"/>
          </p:cNvPicPr>
          <p:nvPr userDrawn="1"/>
        </p:nvPicPr>
        <p:blipFill>
          <a:blip>
            <a:alphaModFix amt="25000"/>
            <a:extLst>
              <a:ext uri="{96DAC541-7B7A-43D3-8B79-37D633B846F1}">
                <asvg:svgBlip xmlns:asvg="http://schemas.microsoft.com/office/drawing/2016/SVG/main" r:embed="rId2"/>
              </a:ext>
            </a:extLst>
          </a:blip>
          <a:srcRect t="26985" r="42897" b="16813"/>
          <a:stretch>
            <a:fillRect/>
          </a:stretch>
        </p:blipFill>
        <p:spPr>
          <a:xfrm>
            <a:off x="6043963" y="-1"/>
            <a:ext cx="6148038" cy="6858001"/>
          </a:xfrm>
          <a:prstGeom prst="rect">
            <a:avLst/>
          </a:prstGeom>
        </p:spPr>
      </p:pic>
      <p:sp>
        <p:nvSpPr>
          <p:cNvPr id="3" name="TextBox 2">
            <a:extLst>
              <a:ext uri="{FF2B5EF4-FFF2-40B4-BE49-F238E27FC236}">
                <a16:creationId xmlns:a16="http://schemas.microsoft.com/office/drawing/2014/main" id="{8A3020A5-A989-9E55-5552-26A597C9694A}"/>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pic>
        <p:nvPicPr>
          <p:cNvPr id="5" name="Graphic 4">
            <a:extLst>
              <a:ext uri="{FF2B5EF4-FFF2-40B4-BE49-F238E27FC236}">
                <a16:creationId xmlns:a16="http://schemas.microsoft.com/office/drawing/2014/main" id="{5D5A2ECB-AB6C-D28A-C08E-447E9830658D}"/>
              </a:ext>
            </a:extLst>
          </p:cNvPr>
          <p:cNvPicPr>
            <a:picLocks noChangeAspect="1"/>
          </p:cNvPicPr>
          <p:nvPr userDrawn="1"/>
        </p:nvPicPr>
        <p:blipFill>
          <a:blip>
            <a:extLst>
              <a:ext uri="{96DAC541-7B7A-43D3-8B79-37D633B846F1}">
                <asvg:svgBlip xmlns:asvg="http://schemas.microsoft.com/office/drawing/2016/SVG/main" r:embed="rId3"/>
              </a:ext>
            </a:extLst>
          </a:blip>
          <a:srcRect l="21212"/>
          <a:stretch>
            <a:fillRect/>
          </a:stretch>
        </p:blipFill>
        <p:spPr>
          <a:xfrm>
            <a:off x="495300" y="6335126"/>
            <a:ext cx="694481" cy="213803"/>
          </a:xfrm>
          <a:prstGeom prst="rect">
            <a:avLst/>
          </a:prstGeom>
        </p:spPr>
      </p:pic>
      <p:sp>
        <p:nvSpPr>
          <p:cNvPr id="4" name="Text Placeholder 9">
            <a:extLst>
              <a:ext uri="{FF2B5EF4-FFF2-40B4-BE49-F238E27FC236}">
                <a16:creationId xmlns:a16="http://schemas.microsoft.com/office/drawing/2014/main" id="{07186222-B2E4-9385-404E-111D3F3A73D5}"/>
              </a:ext>
            </a:extLst>
          </p:cNvPr>
          <p:cNvSpPr>
            <a:spLocks noGrp="1"/>
          </p:cNvSpPr>
          <p:nvPr>
            <p:ph type="body" sz="quarter" idx="12" hasCustomPrompt="1"/>
          </p:nvPr>
        </p:nvSpPr>
        <p:spPr>
          <a:xfrm>
            <a:off x="306660" y="3748197"/>
            <a:ext cx="4663368" cy="840428"/>
          </a:xfrm>
          <a:prstGeom prst="rect">
            <a:avLst/>
          </a:prstGeom>
        </p:spPr>
        <p:txBody>
          <a:bodyPr lIns="0" tIns="0" rIns="0" bIns="0" anchor="t"/>
          <a:lstStyle>
            <a:lvl1pPr algn="l">
              <a:buNone/>
              <a:defRPr sz="1400"/>
            </a:lvl1pPr>
            <a:lvl2pPr>
              <a:buNone/>
              <a:defRPr/>
            </a:lvl2pPr>
            <a:lvl3pPr>
              <a:buNone/>
              <a:defRPr/>
            </a:lvl3pPr>
            <a:lvl4pPr>
              <a:buNone/>
              <a:defRPr/>
            </a:lvl4pPr>
            <a:lvl5pPr>
              <a:buNone/>
              <a:defRPr/>
            </a:lvl5pPr>
          </a:lstStyle>
          <a:p>
            <a:pPr lvl="0"/>
            <a:r>
              <a:rPr lang="en-US" dirty="0"/>
              <a:t>Click to edit contact info</a:t>
            </a:r>
            <a:endParaRPr lang="en-BR" dirty="0"/>
          </a:p>
        </p:txBody>
      </p:sp>
      <p:sp>
        <p:nvSpPr>
          <p:cNvPr id="7" name="TextBox 6">
            <a:extLst>
              <a:ext uri="{FF2B5EF4-FFF2-40B4-BE49-F238E27FC236}">
                <a16:creationId xmlns:a16="http://schemas.microsoft.com/office/drawing/2014/main" id="{19874639-DE47-BF69-2FC8-DA12F3EEE108}"/>
              </a:ext>
            </a:extLst>
          </p:cNvPr>
          <p:cNvSpPr txBox="1"/>
          <p:nvPr userDrawn="1"/>
        </p:nvSpPr>
        <p:spPr>
          <a:xfrm>
            <a:off x="306660" y="3384121"/>
            <a:ext cx="1555391" cy="276999"/>
          </a:xfrm>
          <a:prstGeom prst="rect">
            <a:avLst/>
          </a:prstGeom>
          <a:noFill/>
        </p:spPr>
        <p:txBody>
          <a:bodyPr wrap="square" lIns="0" tIns="0" rIns="0" bIns="0" rtlCol="0">
            <a:spAutoFit/>
          </a:bodyPr>
          <a:lstStyle/>
          <a:p>
            <a:r>
              <a:rPr lang="en-BR" dirty="0"/>
              <a:t>Contact Us:</a:t>
            </a:r>
          </a:p>
        </p:txBody>
      </p:sp>
      <p:sp>
        <p:nvSpPr>
          <p:cNvPr id="8" name="TextBox 7">
            <a:extLst>
              <a:ext uri="{FF2B5EF4-FFF2-40B4-BE49-F238E27FC236}">
                <a16:creationId xmlns:a16="http://schemas.microsoft.com/office/drawing/2014/main" id="{D94EC0DA-C044-6BFB-6472-008FF85B7DEB}"/>
              </a:ext>
            </a:extLst>
          </p:cNvPr>
          <p:cNvSpPr txBox="1"/>
          <p:nvPr userDrawn="1"/>
        </p:nvSpPr>
        <p:spPr>
          <a:xfrm>
            <a:off x="306660" y="4738255"/>
            <a:ext cx="1555391" cy="276999"/>
          </a:xfrm>
          <a:prstGeom prst="rect">
            <a:avLst/>
          </a:prstGeom>
          <a:noFill/>
        </p:spPr>
        <p:txBody>
          <a:bodyPr wrap="square" lIns="0" tIns="0" rIns="0" bIns="0" rtlCol="0">
            <a:spAutoFit/>
          </a:bodyPr>
          <a:lstStyle/>
          <a:p>
            <a:r>
              <a:rPr lang="en-BR" dirty="0"/>
              <a:t>Visit Us:</a:t>
            </a:r>
          </a:p>
        </p:txBody>
      </p:sp>
      <p:sp>
        <p:nvSpPr>
          <p:cNvPr id="2" name="Footer Placeholder 3">
            <a:extLst>
              <a:ext uri="{FF2B5EF4-FFF2-40B4-BE49-F238E27FC236}">
                <a16:creationId xmlns:a16="http://schemas.microsoft.com/office/drawing/2014/main" id="{D1207E35-E3FC-711C-2C33-585C8BF6FF31}"/>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spTree>
    <p:extLst>
      <p:ext uri="{BB962C8B-B14F-4D97-AF65-F5344CB8AC3E}">
        <p14:creationId xmlns:p14="http://schemas.microsoft.com/office/powerpoint/2010/main" val="130923356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ig Title Only Slide">
    <p:bg>
      <p:bgPr>
        <a:solidFill>
          <a:schemeClr val="bg1"/>
        </a:solidFill>
        <a:effectLst/>
      </p:bgPr>
    </p:bg>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C01D7449-01D2-3730-C4BE-5268A9BAAA8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5B0E1CFA-6861-3699-9ADB-31E79CDC1BBF}"/>
              </a:ext>
            </a:extLst>
          </p:cNvPr>
          <p:cNvSpPr>
            <a:spLocks noGrp="1"/>
          </p:cNvSpPr>
          <p:nvPr>
            <p:ph type="body" sz="quarter" idx="10" hasCustomPrompt="1"/>
          </p:nvPr>
        </p:nvSpPr>
        <p:spPr>
          <a:xfrm>
            <a:off x="304799" y="313150"/>
            <a:ext cx="7924801" cy="406021"/>
          </a:xfrm>
          <a:prstGeom prst="rect">
            <a:avLst/>
          </a:prstGeom>
        </p:spPr>
        <p:txBody>
          <a:bodyPr wrap="square" lIns="0" tIns="0" rIns="0" bIns="0"/>
          <a:lstStyle>
            <a:lvl1pPr marL="0" indent="0" algn="l">
              <a:buFontTx/>
              <a:buNone/>
              <a:defRPr sz="2800">
                <a:latin typeface="+mn-lt"/>
              </a:defRPr>
            </a:lvl1pPr>
            <a:lvl2pPr>
              <a:buNone/>
              <a:defRPr/>
            </a:lvl2pPr>
            <a:lvl3pPr>
              <a:buNone/>
              <a:defRPr/>
            </a:lvl3pPr>
            <a:lvl4pPr>
              <a:buNone/>
              <a:defRPr/>
            </a:lvl4pPr>
            <a:lvl5pPr>
              <a:buNone/>
              <a:defRPr/>
            </a:lvl5pPr>
          </a:lstStyle>
          <a:p>
            <a:pPr lvl="0"/>
            <a:r>
              <a:rPr lang="en-US" dirty="0"/>
              <a:t>Type Slide Title Here — Keep To One Line</a:t>
            </a:r>
          </a:p>
        </p:txBody>
      </p:sp>
      <p:sp>
        <p:nvSpPr>
          <p:cNvPr id="5" name="TextBox 4">
            <a:extLst>
              <a:ext uri="{FF2B5EF4-FFF2-40B4-BE49-F238E27FC236}">
                <a16:creationId xmlns:a16="http://schemas.microsoft.com/office/drawing/2014/main" id="{37FBE6E1-D751-B266-E177-8287BEDC1E09}"/>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4" name="Text Placeholder 9">
            <a:extLst>
              <a:ext uri="{FF2B5EF4-FFF2-40B4-BE49-F238E27FC236}">
                <a16:creationId xmlns:a16="http://schemas.microsoft.com/office/drawing/2014/main" id="{20E68945-C4F9-2375-ED0A-072170BDAA07}"/>
              </a:ext>
            </a:extLst>
          </p:cNvPr>
          <p:cNvSpPr>
            <a:spLocks noGrp="1"/>
          </p:cNvSpPr>
          <p:nvPr>
            <p:ph type="body" sz="quarter" idx="13" hasCustomPrompt="1"/>
          </p:nvPr>
        </p:nvSpPr>
        <p:spPr>
          <a:xfrm>
            <a:off x="304801"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7" name="Straight Connector 6">
            <a:extLst>
              <a:ext uri="{FF2B5EF4-FFF2-40B4-BE49-F238E27FC236}">
                <a16:creationId xmlns:a16="http://schemas.microsoft.com/office/drawing/2014/main" id="{C51A42FB-0BE8-3CB0-4F66-795BCB7C147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Footer Placeholder 3">
            <a:extLst>
              <a:ext uri="{FF2B5EF4-FFF2-40B4-BE49-F238E27FC236}">
                <a16:creationId xmlns:a16="http://schemas.microsoft.com/office/drawing/2014/main" id="{067D453B-8D35-C41F-84CB-C92634E3AC33}"/>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48231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Slide">
    <p:bg>
      <p:bgPr>
        <a:solidFill>
          <a:schemeClr val="bg1"/>
        </a:solidFill>
        <a:effectLst/>
      </p:bgPr>
    </p:bg>
    <p:spTree>
      <p:nvGrpSpPr>
        <p:cNvPr id="1" name=""/>
        <p:cNvGrpSpPr/>
        <p:nvPr/>
      </p:nvGrpSpPr>
      <p:grpSpPr>
        <a:xfrm>
          <a:off x="0" y="0"/>
          <a:ext cx="0" cy="0"/>
          <a:chOff x="0" y="0"/>
          <a:chExt cx="0" cy="0"/>
        </a:xfrm>
      </p:grpSpPr>
      <p:sp>
        <p:nvSpPr>
          <p:cNvPr id="17" name="Do not remove" hidden="1">
            <a:extLst>
              <a:ext uri="{FF2B5EF4-FFF2-40B4-BE49-F238E27FC236}">
                <a16:creationId xmlns:a16="http://schemas.microsoft.com/office/drawing/2014/main" id="{052F1077-8435-1B1D-FE09-8CFC01E870F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134F05C8-2DB5-CB7A-73D4-4E6D5AB284D6}"/>
              </a:ext>
            </a:extLst>
          </p:cNvPr>
          <p:cNvSpPr>
            <a:spLocks noGrp="1"/>
          </p:cNvSpPr>
          <p:nvPr>
            <p:ph type="body" sz="quarter" idx="12" hasCustomPrompt="1"/>
          </p:nvPr>
        </p:nvSpPr>
        <p:spPr>
          <a:xfrm>
            <a:off x="306887" y="305089"/>
            <a:ext cx="7623663" cy="25998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4" name="Text Placeholder 9">
            <a:extLst>
              <a:ext uri="{FF2B5EF4-FFF2-40B4-BE49-F238E27FC236}">
                <a16:creationId xmlns:a16="http://schemas.microsoft.com/office/drawing/2014/main" id="{FD5442B5-A3A5-E3C6-3716-AD920D0D0BE2}"/>
              </a:ext>
            </a:extLst>
          </p:cNvPr>
          <p:cNvSpPr>
            <a:spLocks noGrp="1"/>
          </p:cNvSpPr>
          <p:nvPr>
            <p:ph type="body" sz="quarter" idx="13" hasCustomPrompt="1"/>
          </p:nvPr>
        </p:nvSpPr>
        <p:spPr>
          <a:xfrm>
            <a:off x="306887" y="5656730"/>
            <a:ext cx="11578225" cy="484632"/>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9" name="Straight Connector 8">
            <a:extLst>
              <a:ext uri="{FF2B5EF4-FFF2-40B4-BE49-F238E27FC236}">
                <a16:creationId xmlns:a16="http://schemas.microsoft.com/office/drawing/2014/main" id="{2AE620F7-7A72-4232-8F5F-9F8312C43673}"/>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70130B53-600F-1EB5-AD9C-414126B658B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37A88FD-0E6B-934B-437C-941BFE3B87EB}"/>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10" name="Text Placeholder 9">
            <a:extLst>
              <a:ext uri="{FF2B5EF4-FFF2-40B4-BE49-F238E27FC236}">
                <a16:creationId xmlns:a16="http://schemas.microsoft.com/office/drawing/2014/main" id="{FBCC51AB-B818-9046-DDF3-7E52B6543BA4}"/>
              </a:ext>
            </a:extLst>
          </p:cNvPr>
          <p:cNvSpPr>
            <a:spLocks noGrp="1"/>
          </p:cNvSpPr>
          <p:nvPr>
            <p:ph type="body" sz="quarter" idx="14" hasCustomPrompt="1"/>
          </p:nvPr>
        </p:nvSpPr>
        <p:spPr>
          <a:xfrm>
            <a:off x="306887" y="852145"/>
            <a:ext cx="11578226" cy="4736592"/>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765727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ondary Title Slide">
    <p:bg>
      <p:bgPr>
        <a:solidFill>
          <a:schemeClr val="bg1"/>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7490A1F-A167-DB37-6BBB-DE3754EC505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8" name="Text Placeholder 9">
            <a:extLst>
              <a:ext uri="{FF2B5EF4-FFF2-40B4-BE49-F238E27FC236}">
                <a16:creationId xmlns:a16="http://schemas.microsoft.com/office/drawing/2014/main" id="{B835A21B-14A9-4FE6-0082-F1990A3EA875}"/>
              </a:ext>
            </a:extLst>
          </p:cNvPr>
          <p:cNvSpPr>
            <a:spLocks noGrp="1"/>
          </p:cNvSpPr>
          <p:nvPr>
            <p:ph type="body" sz="quarter" idx="13" hasCustomPrompt="1"/>
          </p:nvPr>
        </p:nvSpPr>
        <p:spPr>
          <a:xfrm>
            <a:off x="304801"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9" name="Text Placeholder 5">
            <a:extLst>
              <a:ext uri="{FF2B5EF4-FFF2-40B4-BE49-F238E27FC236}">
                <a16:creationId xmlns:a16="http://schemas.microsoft.com/office/drawing/2014/main" id="{5697C7D0-A743-8B84-00EB-19C483C80C4C}"/>
              </a:ext>
            </a:extLst>
          </p:cNvPr>
          <p:cNvSpPr>
            <a:spLocks noGrp="1"/>
          </p:cNvSpPr>
          <p:nvPr>
            <p:ph type="body" sz="quarter" idx="12" hasCustomPrompt="1"/>
          </p:nvPr>
        </p:nvSpPr>
        <p:spPr>
          <a:xfrm>
            <a:off x="304800" y="305089"/>
            <a:ext cx="7623663" cy="25998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1" name="Text Placeholder 8">
            <a:extLst>
              <a:ext uri="{FF2B5EF4-FFF2-40B4-BE49-F238E27FC236}">
                <a16:creationId xmlns:a16="http://schemas.microsoft.com/office/drawing/2014/main" id="{0738E015-5478-2B66-54A0-831CA22F23DB}"/>
              </a:ext>
            </a:extLst>
          </p:cNvPr>
          <p:cNvSpPr>
            <a:spLocks noGrp="1"/>
          </p:cNvSpPr>
          <p:nvPr>
            <p:ph type="body" sz="quarter" idx="16" hasCustomPrompt="1"/>
          </p:nvPr>
        </p:nvSpPr>
        <p:spPr>
          <a:xfrm>
            <a:off x="304800" y="852146"/>
            <a:ext cx="11582400" cy="307777"/>
          </a:xfrm>
          <a:prstGeom prst="rect">
            <a:avLst/>
          </a:prstGeom>
        </p:spPr>
        <p:txBody>
          <a:bodyPr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2" name="Straight Connector 11">
            <a:extLst>
              <a:ext uri="{FF2B5EF4-FFF2-40B4-BE49-F238E27FC236}">
                <a16:creationId xmlns:a16="http://schemas.microsoft.com/office/drawing/2014/main" id="{0CDDD0C0-0F29-B6CE-A220-0906694764F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9BAEB61-16DB-7D21-E21D-77C589155C2B}"/>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C3E65C4-CD0E-C008-DAAD-AEA54507FE35}"/>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15" name="Text Placeholder 14">
            <a:extLst>
              <a:ext uri="{FF2B5EF4-FFF2-40B4-BE49-F238E27FC236}">
                <a16:creationId xmlns:a16="http://schemas.microsoft.com/office/drawing/2014/main" id="{0AACDF31-2E2F-2CEF-D500-C6EBA2F9FBD0}"/>
              </a:ext>
            </a:extLst>
          </p:cNvPr>
          <p:cNvSpPr>
            <a:spLocks noGrp="1"/>
          </p:cNvSpPr>
          <p:nvPr>
            <p:ph type="body" sz="quarter" idx="17" hasCustomPrompt="1"/>
          </p:nvPr>
        </p:nvSpPr>
        <p:spPr>
          <a:xfrm>
            <a:off x="311150" y="1360082"/>
            <a:ext cx="11582400" cy="1107996"/>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5777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Half Image Slide">
    <p:bg>
      <p:bgPr>
        <a:solidFill>
          <a:schemeClr val="bg1"/>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FD15FFF8-F032-4A99-AA8C-62F907249E1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Picture Placeholder 4">
            <a:extLst>
              <a:ext uri="{FF2B5EF4-FFF2-40B4-BE49-F238E27FC236}">
                <a16:creationId xmlns:a16="http://schemas.microsoft.com/office/drawing/2014/main" id="{E0A3CDE9-E4E2-31A8-BA6B-E1EF87D1F83A}"/>
              </a:ext>
            </a:extLst>
          </p:cNvPr>
          <p:cNvSpPr>
            <a:spLocks noGrp="1"/>
          </p:cNvSpPr>
          <p:nvPr>
            <p:ph type="pic" sz="quarter" idx="16"/>
          </p:nvPr>
        </p:nvSpPr>
        <p:spPr>
          <a:xfrm>
            <a:off x="304801" y="839337"/>
            <a:ext cx="5720687" cy="4647063"/>
          </a:xfrm>
          <a:prstGeom prst="rect">
            <a:avLst/>
          </a:prstGeom>
        </p:spPr>
        <p:txBody>
          <a:bodyPr/>
          <a:lstStyle/>
          <a:p>
            <a:r>
              <a:rPr lang="en-US"/>
              <a:t>Click icon to add picture</a:t>
            </a:r>
            <a:endParaRPr lang="en-BR"/>
          </a:p>
        </p:txBody>
      </p:sp>
      <p:sp>
        <p:nvSpPr>
          <p:cNvPr id="8" name="Text Placeholder 9">
            <a:extLst>
              <a:ext uri="{FF2B5EF4-FFF2-40B4-BE49-F238E27FC236}">
                <a16:creationId xmlns:a16="http://schemas.microsoft.com/office/drawing/2014/main" id="{B8672A6F-4DA0-F041-8A4E-983880F8B94D}"/>
              </a:ext>
            </a:extLst>
          </p:cNvPr>
          <p:cNvSpPr>
            <a:spLocks noGrp="1"/>
          </p:cNvSpPr>
          <p:nvPr>
            <p:ph type="body" sz="quarter" idx="13" hasCustomPrompt="1"/>
          </p:nvPr>
        </p:nvSpPr>
        <p:spPr>
          <a:xfrm>
            <a:off x="304801"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9" name="Text Placeholder 5">
            <a:extLst>
              <a:ext uri="{FF2B5EF4-FFF2-40B4-BE49-F238E27FC236}">
                <a16:creationId xmlns:a16="http://schemas.microsoft.com/office/drawing/2014/main" id="{11971D41-5360-5A34-067B-F43416CE2A08}"/>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31007D7B-A875-848B-3D08-126BF7E3838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40C260E7-6CA7-F3ED-AB15-185CC43429AE}"/>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A3F96EDD-A70B-161E-BF4C-F3212294101A}"/>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Tree>
    <p:extLst>
      <p:ext uri="{BB962C8B-B14F-4D97-AF65-F5344CB8AC3E}">
        <p14:creationId xmlns:p14="http://schemas.microsoft.com/office/powerpoint/2010/main" val="3491533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Full Width Image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Picture Placeholder 4">
            <a:extLst>
              <a:ext uri="{FF2B5EF4-FFF2-40B4-BE49-F238E27FC236}">
                <a16:creationId xmlns:a16="http://schemas.microsoft.com/office/drawing/2014/main" id="{E0A3CDE9-E4E2-31A8-BA6B-E1EF87D1F83A}"/>
              </a:ext>
            </a:extLst>
          </p:cNvPr>
          <p:cNvSpPr>
            <a:spLocks noGrp="1"/>
          </p:cNvSpPr>
          <p:nvPr>
            <p:ph type="pic" sz="quarter" idx="16"/>
          </p:nvPr>
        </p:nvSpPr>
        <p:spPr>
          <a:xfrm>
            <a:off x="0" y="839337"/>
            <a:ext cx="12192000" cy="4640239"/>
          </a:xfrm>
          <a:prstGeom prst="rect">
            <a:avLst/>
          </a:prstGeom>
        </p:spPr>
        <p:txBody>
          <a:bodyPr/>
          <a:lstStyle/>
          <a:p>
            <a:r>
              <a:rPr lang="en-US"/>
              <a:t>Click icon to add picture</a:t>
            </a:r>
            <a:endParaRPr lang="en-BR"/>
          </a:p>
        </p:txBody>
      </p:sp>
      <p:sp>
        <p:nvSpPr>
          <p:cNvPr id="8" name="Text Placeholder 9">
            <a:extLst>
              <a:ext uri="{FF2B5EF4-FFF2-40B4-BE49-F238E27FC236}">
                <a16:creationId xmlns:a16="http://schemas.microsoft.com/office/drawing/2014/main" id="{4DFDFD15-CEC4-7538-DA8E-8A0FA6F8159E}"/>
              </a:ext>
            </a:extLst>
          </p:cNvPr>
          <p:cNvSpPr>
            <a:spLocks noGrp="1"/>
          </p:cNvSpPr>
          <p:nvPr>
            <p:ph type="body" sz="quarter" idx="13" hasCustomPrompt="1"/>
          </p:nvPr>
        </p:nvSpPr>
        <p:spPr>
          <a:xfrm>
            <a:off x="304801" y="6015526"/>
            <a:ext cx="1158031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9" name="Text Placeholder 5">
            <a:extLst>
              <a:ext uri="{FF2B5EF4-FFF2-40B4-BE49-F238E27FC236}">
                <a16:creationId xmlns:a16="http://schemas.microsoft.com/office/drawing/2014/main" id="{8E67B820-4E92-4D34-D145-7689BA387981}"/>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955911E4-2F3A-22CC-F6F7-E4158B09765A}"/>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1DF01A24-55B1-E04D-3D81-9258F71F2CF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64E87A6F-797D-3D3E-9789-16360A1E49FD}"/>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1989988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 Image's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Picture Placeholder 4">
            <a:extLst>
              <a:ext uri="{FF2B5EF4-FFF2-40B4-BE49-F238E27FC236}">
                <a16:creationId xmlns:a16="http://schemas.microsoft.com/office/drawing/2014/main" id="{E0A3CDE9-E4E2-31A8-BA6B-E1EF87D1F83A}"/>
              </a:ext>
            </a:extLst>
          </p:cNvPr>
          <p:cNvSpPr>
            <a:spLocks noGrp="1"/>
          </p:cNvSpPr>
          <p:nvPr>
            <p:ph type="pic" sz="quarter" idx="16"/>
          </p:nvPr>
        </p:nvSpPr>
        <p:spPr>
          <a:xfrm>
            <a:off x="304801" y="839337"/>
            <a:ext cx="5728322" cy="4647063"/>
          </a:xfrm>
          <a:prstGeom prst="rect">
            <a:avLst/>
          </a:prstGeom>
        </p:spPr>
        <p:txBody>
          <a:bodyPr/>
          <a:lstStyle/>
          <a:p>
            <a:r>
              <a:rPr lang="en-US"/>
              <a:t>Click icon to add picture</a:t>
            </a:r>
            <a:endParaRPr lang="en-BR"/>
          </a:p>
        </p:txBody>
      </p:sp>
      <p:sp>
        <p:nvSpPr>
          <p:cNvPr id="2" name="Picture Placeholder 4">
            <a:extLst>
              <a:ext uri="{FF2B5EF4-FFF2-40B4-BE49-F238E27FC236}">
                <a16:creationId xmlns:a16="http://schemas.microsoft.com/office/drawing/2014/main" id="{0F75E549-E2F7-0162-1054-71EF869EF9F4}"/>
              </a:ext>
            </a:extLst>
          </p:cNvPr>
          <p:cNvSpPr>
            <a:spLocks noGrp="1"/>
          </p:cNvSpPr>
          <p:nvPr>
            <p:ph type="pic" sz="quarter" idx="17"/>
          </p:nvPr>
        </p:nvSpPr>
        <p:spPr>
          <a:xfrm>
            <a:off x="6154738" y="839337"/>
            <a:ext cx="2805424" cy="2258702"/>
          </a:xfrm>
          <a:prstGeom prst="rect">
            <a:avLst/>
          </a:prstGeom>
        </p:spPr>
        <p:txBody>
          <a:bodyPr/>
          <a:lstStyle/>
          <a:p>
            <a:r>
              <a:rPr lang="en-US"/>
              <a:t>Click icon to add picture</a:t>
            </a:r>
            <a:endParaRPr lang="en-BR"/>
          </a:p>
        </p:txBody>
      </p:sp>
      <p:sp>
        <p:nvSpPr>
          <p:cNvPr id="9" name="Picture Placeholder 4">
            <a:extLst>
              <a:ext uri="{FF2B5EF4-FFF2-40B4-BE49-F238E27FC236}">
                <a16:creationId xmlns:a16="http://schemas.microsoft.com/office/drawing/2014/main" id="{0C8BE55D-E559-1A70-207F-4C40AFB3E4C9}"/>
              </a:ext>
            </a:extLst>
          </p:cNvPr>
          <p:cNvSpPr>
            <a:spLocks noGrp="1"/>
          </p:cNvSpPr>
          <p:nvPr>
            <p:ph type="pic" sz="quarter" idx="18"/>
          </p:nvPr>
        </p:nvSpPr>
        <p:spPr>
          <a:xfrm>
            <a:off x="6154738" y="3218207"/>
            <a:ext cx="2805424" cy="2268193"/>
          </a:xfrm>
          <a:prstGeom prst="rect">
            <a:avLst/>
          </a:prstGeom>
        </p:spPr>
        <p:txBody>
          <a:bodyPr/>
          <a:lstStyle/>
          <a:p>
            <a:r>
              <a:rPr lang="en-US"/>
              <a:t>Click icon to add picture</a:t>
            </a:r>
            <a:endParaRPr lang="en-BR"/>
          </a:p>
        </p:txBody>
      </p:sp>
      <p:sp>
        <p:nvSpPr>
          <p:cNvPr id="10" name="Picture Placeholder 4">
            <a:extLst>
              <a:ext uri="{FF2B5EF4-FFF2-40B4-BE49-F238E27FC236}">
                <a16:creationId xmlns:a16="http://schemas.microsoft.com/office/drawing/2014/main" id="{7D0CD022-718F-B7F8-7F59-8C09F820C2CE}"/>
              </a:ext>
            </a:extLst>
          </p:cNvPr>
          <p:cNvSpPr>
            <a:spLocks noGrp="1"/>
          </p:cNvSpPr>
          <p:nvPr>
            <p:ph type="pic" sz="quarter" idx="19"/>
          </p:nvPr>
        </p:nvSpPr>
        <p:spPr>
          <a:xfrm>
            <a:off x="9081777" y="839337"/>
            <a:ext cx="2805424" cy="2268192"/>
          </a:xfrm>
          <a:prstGeom prst="rect">
            <a:avLst/>
          </a:prstGeom>
        </p:spPr>
        <p:txBody>
          <a:bodyPr/>
          <a:lstStyle/>
          <a:p>
            <a:r>
              <a:rPr lang="en-US"/>
              <a:t>Click icon to add picture</a:t>
            </a:r>
            <a:endParaRPr lang="en-BR"/>
          </a:p>
        </p:txBody>
      </p:sp>
      <p:sp>
        <p:nvSpPr>
          <p:cNvPr id="11" name="Picture Placeholder 4">
            <a:extLst>
              <a:ext uri="{FF2B5EF4-FFF2-40B4-BE49-F238E27FC236}">
                <a16:creationId xmlns:a16="http://schemas.microsoft.com/office/drawing/2014/main" id="{DDAD1B3F-246B-308B-8C6B-BDCF46483802}"/>
              </a:ext>
            </a:extLst>
          </p:cNvPr>
          <p:cNvSpPr>
            <a:spLocks noGrp="1"/>
          </p:cNvSpPr>
          <p:nvPr>
            <p:ph type="pic" sz="quarter" idx="20"/>
          </p:nvPr>
        </p:nvSpPr>
        <p:spPr>
          <a:xfrm>
            <a:off x="9081777" y="3218207"/>
            <a:ext cx="2805424" cy="2268193"/>
          </a:xfrm>
          <a:prstGeom prst="rect">
            <a:avLst/>
          </a:prstGeom>
        </p:spPr>
        <p:txBody>
          <a:bodyPr/>
          <a:lstStyle/>
          <a:p>
            <a:r>
              <a:rPr lang="en-US"/>
              <a:t>Click icon to add picture</a:t>
            </a:r>
            <a:endParaRPr lang="en-BR"/>
          </a:p>
        </p:txBody>
      </p:sp>
      <p:sp>
        <p:nvSpPr>
          <p:cNvPr id="8" name="Text Placeholder 9">
            <a:extLst>
              <a:ext uri="{FF2B5EF4-FFF2-40B4-BE49-F238E27FC236}">
                <a16:creationId xmlns:a16="http://schemas.microsoft.com/office/drawing/2014/main" id="{5C3B605E-DAE9-7146-0A72-877942DA47A8}"/>
              </a:ext>
            </a:extLst>
          </p:cNvPr>
          <p:cNvSpPr>
            <a:spLocks noGrp="1"/>
          </p:cNvSpPr>
          <p:nvPr>
            <p:ph type="body" sz="quarter" idx="13" hasCustomPrompt="1"/>
          </p:nvPr>
        </p:nvSpPr>
        <p:spPr>
          <a:xfrm>
            <a:off x="304801"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3" name="Text Placeholder 5">
            <a:extLst>
              <a:ext uri="{FF2B5EF4-FFF2-40B4-BE49-F238E27FC236}">
                <a16:creationId xmlns:a16="http://schemas.microsoft.com/office/drawing/2014/main" id="{8F71CD15-0D1E-8D4F-CEAD-242F41319F62}"/>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5" name="Straight Connector 14">
            <a:extLst>
              <a:ext uri="{FF2B5EF4-FFF2-40B4-BE49-F238E27FC236}">
                <a16:creationId xmlns:a16="http://schemas.microsoft.com/office/drawing/2014/main" id="{2577D56B-7DF4-EEB6-7FB8-F255A203ACE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E616896-68AC-D251-44C6-143F365D562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4335128-63E9-8908-EA47-8CE0DBD825D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Tree>
    <p:extLst>
      <p:ext uri="{BB962C8B-B14F-4D97-AF65-F5344CB8AC3E}">
        <p14:creationId xmlns:p14="http://schemas.microsoft.com/office/powerpoint/2010/main" val="1298340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able] Title Only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8" name="Table Placeholder 7">
            <a:extLst>
              <a:ext uri="{FF2B5EF4-FFF2-40B4-BE49-F238E27FC236}">
                <a16:creationId xmlns:a16="http://schemas.microsoft.com/office/drawing/2014/main" id="{863DA507-7441-023A-60F9-1EEFFA3EB8CD}"/>
              </a:ext>
            </a:extLst>
          </p:cNvPr>
          <p:cNvSpPr>
            <a:spLocks noGrp="1"/>
          </p:cNvSpPr>
          <p:nvPr>
            <p:ph type="tbl" sz="quarter" idx="17"/>
          </p:nvPr>
        </p:nvSpPr>
        <p:spPr>
          <a:xfrm>
            <a:off x="304801" y="839339"/>
            <a:ext cx="11582400" cy="4748658"/>
          </a:xfrm>
          <a:prstGeom prst="rect">
            <a:avLst/>
          </a:prstGeom>
        </p:spPr>
        <p:txBody>
          <a:bodyPr/>
          <a:lstStyle/>
          <a:p>
            <a:r>
              <a:rPr lang="en-US"/>
              <a:t>Click icon to add table</a:t>
            </a:r>
            <a:endParaRPr lang="en-BR"/>
          </a:p>
        </p:txBody>
      </p:sp>
      <p:sp>
        <p:nvSpPr>
          <p:cNvPr id="9" name="Text Placeholder 9">
            <a:extLst>
              <a:ext uri="{FF2B5EF4-FFF2-40B4-BE49-F238E27FC236}">
                <a16:creationId xmlns:a16="http://schemas.microsoft.com/office/drawing/2014/main" id="{95B3CE65-2B5F-28BF-A95D-EB1D694B5690}"/>
              </a:ext>
            </a:extLst>
          </p:cNvPr>
          <p:cNvSpPr>
            <a:spLocks noGrp="1"/>
          </p:cNvSpPr>
          <p:nvPr>
            <p:ph type="body" sz="quarter" idx="13" hasCustomPrompt="1"/>
          </p:nvPr>
        </p:nvSpPr>
        <p:spPr>
          <a:xfrm>
            <a:off x="304802" y="6015526"/>
            <a:ext cx="11582398"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0" name="Text Placeholder 5">
            <a:extLst>
              <a:ext uri="{FF2B5EF4-FFF2-40B4-BE49-F238E27FC236}">
                <a16:creationId xmlns:a16="http://schemas.microsoft.com/office/drawing/2014/main" id="{5E06DBD7-8A03-462A-D77E-89CFFB197931}"/>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2" name="Straight Connector 11">
            <a:extLst>
              <a:ext uri="{FF2B5EF4-FFF2-40B4-BE49-F238E27FC236}">
                <a16:creationId xmlns:a16="http://schemas.microsoft.com/office/drawing/2014/main" id="{44402CD7-3724-3A48-C5F5-ECD7BBED5AD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3D7C9D6-C57E-74CE-AB42-2A82331630B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DD34D536-77BE-0D27-6A4D-CA40AA8A31D8}"/>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Tree>
    <p:extLst>
      <p:ext uri="{BB962C8B-B14F-4D97-AF65-F5344CB8AC3E}">
        <p14:creationId xmlns:p14="http://schemas.microsoft.com/office/powerpoint/2010/main" val="3150216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 + Title + Subtitle Slide">
    <p:bg>
      <p:bgPr>
        <a:solidFill>
          <a:schemeClr val="bg1"/>
        </a:solidFill>
        <a:effectLst/>
      </p:bgPr>
    </p:bg>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23ABF3AC-B759-007D-5E4A-E97C0B70385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Chart Placeholder 4">
            <a:extLst>
              <a:ext uri="{FF2B5EF4-FFF2-40B4-BE49-F238E27FC236}">
                <a16:creationId xmlns:a16="http://schemas.microsoft.com/office/drawing/2014/main" id="{56946CFD-1D21-9404-652D-3E06441D45CF}"/>
              </a:ext>
            </a:extLst>
          </p:cNvPr>
          <p:cNvSpPr>
            <a:spLocks noGrp="1"/>
          </p:cNvSpPr>
          <p:nvPr>
            <p:ph type="chart" sz="quarter" idx="17"/>
          </p:nvPr>
        </p:nvSpPr>
        <p:spPr>
          <a:xfrm>
            <a:off x="304800" y="839339"/>
            <a:ext cx="11588750" cy="4748656"/>
          </a:xfrm>
          <a:prstGeom prst="rect">
            <a:avLst/>
          </a:prstGeom>
        </p:spPr>
        <p:txBody>
          <a:bodyPr/>
          <a:lstStyle/>
          <a:p>
            <a:r>
              <a:rPr lang="en-US"/>
              <a:t>Click icon to add chart</a:t>
            </a:r>
            <a:endParaRPr lang="en-BR"/>
          </a:p>
        </p:txBody>
      </p:sp>
      <p:sp>
        <p:nvSpPr>
          <p:cNvPr id="4" name="Text Placeholder 9">
            <a:extLst>
              <a:ext uri="{FF2B5EF4-FFF2-40B4-BE49-F238E27FC236}">
                <a16:creationId xmlns:a16="http://schemas.microsoft.com/office/drawing/2014/main" id="{58C82334-94F0-B799-5CF2-6626AC51FD74}"/>
              </a:ext>
            </a:extLst>
          </p:cNvPr>
          <p:cNvSpPr>
            <a:spLocks noGrp="1"/>
          </p:cNvSpPr>
          <p:nvPr>
            <p:ph type="body" sz="quarter" idx="13" hasCustomPrompt="1"/>
          </p:nvPr>
        </p:nvSpPr>
        <p:spPr>
          <a:xfrm>
            <a:off x="304800" y="6015526"/>
            <a:ext cx="11589374"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8" name="Text Placeholder 5">
            <a:extLst>
              <a:ext uri="{FF2B5EF4-FFF2-40B4-BE49-F238E27FC236}">
                <a16:creationId xmlns:a16="http://schemas.microsoft.com/office/drawing/2014/main" id="{C71DDAD7-8E8E-EB43-C898-3B4658F13294}"/>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0" name="Straight Connector 9">
            <a:extLst>
              <a:ext uri="{FF2B5EF4-FFF2-40B4-BE49-F238E27FC236}">
                <a16:creationId xmlns:a16="http://schemas.microsoft.com/office/drawing/2014/main" id="{DB28D87C-1F79-5052-4F6D-D3D6E0D48BF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66F7F1F8-F718-1D4B-2C8D-191EFCF7A06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21732E20-CF56-431B-1F7A-0D67EA112FE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Tree>
    <p:extLst>
      <p:ext uri="{BB962C8B-B14F-4D97-AF65-F5344CB8AC3E}">
        <p14:creationId xmlns:p14="http://schemas.microsoft.com/office/powerpoint/2010/main" val="3107353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meline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Connector 3">
            <a:extLst>
              <a:ext uri="{FF2B5EF4-FFF2-40B4-BE49-F238E27FC236}">
                <a16:creationId xmlns:a16="http://schemas.microsoft.com/office/drawing/2014/main" id="{07BE537A-074C-1711-A5D3-7B917674F01F}"/>
              </a:ext>
            </a:extLst>
          </p:cNvPr>
          <p:cNvCxnSpPr>
            <a:cxnSpLocks/>
          </p:cNvCxnSpPr>
          <p:nvPr userDrawn="1"/>
        </p:nvCxnSpPr>
        <p:spPr>
          <a:xfrm>
            <a:off x="0" y="3429000"/>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B1371FB1-543B-1D5A-75E5-193F6BD0FA5D}"/>
              </a:ext>
            </a:extLst>
          </p:cNvPr>
          <p:cNvSpPr/>
          <p:nvPr userDrawn="1"/>
        </p:nvSpPr>
        <p:spPr>
          <a:xfrm>
            <a:off x="304800" y="3397438"/>
            <a:ext cx="63124" cy="6312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cxnSp>
        <p:nvCxnSpPr>
          <p:cNvPr id="12" name="Straight Connector 11">
            <a:extLst>
              <a:ext uri="{FF2B5EF4-FFF2-40B4-BE49-F238E27FC236}">
                <a16:creationId xmlns:a16="http://schemas.microsoft.com/office/drawing/2014/main" id="{01FA5C32-9460-7939-1F02-9C826D882117}"/>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193B9089-1870-EAD8-75B8-F52D2FE48003}"/>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BF0468C-3305-87EB-454C-D81002835696}"/>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6" name="Text Placeholder 5">
            <a:extLst>
              <a:ext uri="{FF2B5EF4-FFF2-40B4-BE49-F238E27FC236}">
                <a16:creationId xmlns:a16="http://schemas.microsoft.com/office/drawing/2014/main" id="{24FBE8CB-956D-45A7-F8A7-3AF97E9E3E10}"/>
              </a:ext>
            </a:extLst>
          </p:cNvPr>
          <p:cNvSpPr>
            <a:spLocks noGrp="1"/>
          </p:cNvSpPr>
          <p:nvPr>
            <p:ph type="body" sz="quarter" idx="12" hasCustomPrompt="1"/>
          </p:nvPr>
        </p:nvSpPr>
        <p:spPr>
          <a:xfrm>
            <a:off x="306887" y="305089"/>
            <a:ext cx="7623663" cy="25998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7" name="Text Placeholder 9">
            <a:extLst>
              <a:ext uri="{FF2B5EF4-FFF2-40B4-BE49-F238E27FC236}">
                <a16:creationId xmlns:a16="http://schemas.microsoft.com/office/drawing/2014/main" id="{9A2603E0-7133-C331-9053-AD6FD17E719F}"/>
              </a:ext>
            </a:extLst>
          </p:cNvPr>
          <p:cNvSpPr>
            <a:spLocks noGrp="1"/>
          </p:cNvSpPr>
          <p:nvPr>
            <p:ph type="body" sz="quarter" idx="13" hasCustomPrompt="1"/>
          </p:nvPr>
        </p:nvSpPr>
        <p:spPr>
          <a:xfrm>
            <a:off x="306831" y="6015526"/>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1570771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s">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1" y="1355494"/>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7" y="1355494"/>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1" y="944012"/>
            <a:ext cx="5678424" cy="334427"/>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7" name="Text Placeholder 5">
            <a:extLst>
              <a:ext uri="{FF2B5EF4-FFF2-40B4-BE49-F238E27FC236}">
                <a16:creationId xmlns:a16="http://schemas.microsoft.com/office/drawing/2014/main" id="{C34FB1B2-12A8-A89C-D336-3C9E4D0A5E9E}"/>
              </a:ext>
            </a:extLst>
          </p:cNvPr>
          <p:cNvSpPr>
            <a:spLocks noGrp="1"/>
          </p:cNvSpPr>
          <p:nvPr>
            <p:ph type="body" sz="quarter" idx="18" hasCustomPrompt="1"/>
          </p:nvPr>
        </p:nvSpPr>
        <p:spPr>
          <a:xfrm>
            <a:off x="6208777" y="944013"/>
            <a:ext cx="5678424" cy="334427"/>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9">
            <a:extLst>
              <a:ext uri="{FF2B5EF4-FFF2-40B4-BE49-F238E27FC236}">
                <a16:creationId xmlns:a16="http://schemas.microsoft.com/office/drawing/2014/main" id="{A4934CEC-892F-B01C-8F15-8B3286C6B52E}"/>
              </a:ext>
            </a:extLst>
          </p:cNvPr>
          <p:cNvSpPr>
            <a:spLocks noGrp="1"/>
          </p:cNvSpPr>
          <p:nvPr>
            <p:ph type="body" sz="quarter" idx="13" hasCustomPrompt="1"/>
          </p:nvPr>
        </p:nvSpPr>
        <p:spPr>
          <a:xfrm>
            <a:off x="304801"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5" name="Text Placeholder 5">
            <a:extLst>
              <a:ext uri="{FF2B5EF4-FFF2-40B4-BE49-F238E27FC236}">
                <a16:creationId xmlns:a16="http://schemas.microsoft.com/office/drawing/2014/main" id="{3571DDB2-C2AD-118F-A914-CB3ADC802077}"/>
              </a:ext>
            </a:extLst>
          </p:cNvPr>
          <p:cNvSpPr>
            <a:spLocks noGrp="1"/>
          </p:cNvSpPr>
          <p:nvPr>
            <p:ph type="body" sz="quarter" idx="12" hasCustomPrompt="1"/>
          </p:nvPr>
        </p:nvSpPr>
        <p:spPr>
          <a:xfrm>
            <a:off x="304801" y="305088"/>
            <a:ext cx="7623663" cy="337032"/>
          </a:xfrm>
          <a:prstGeom prst="rect">
            <a:avLst/>
          </a:prstGeom>
        </p:spPr>
        <p:txBody>
          <a:bodyPr lIns="0" tIns="0" rIns="0" bIns="0">
            <a:noAutofit/>
          </a:bodyPr>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20" name="Straight Connector 19">
            <a:extLst>
              <a:ext uri="{FF2B5EF4-FFF2-40B4-BE49-F238E27FC236}">
                <a16:creationId xmlns:a16="http://schemas.microsoft.com/office/drawing/2014/main" id="{EFC21CEA-2DBB-7131-5EEB-E120471FEE8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0AF7CBC-5ECA-D193-1C58-F758DC21385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30407B9-C065-3C39-DEC7-F58B725CB4A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12" name="Content Placeholder 11">
            <a:extLst>
              <a:ext uri="{FF2B5EF4-FFF2-40B4-BE49-F238E27FC236}">
                <a16:creationId xmlns:a16="http://schemas.microsoft.com/office/drawing/2014/main" id="{07A74528-B0B5-E1D8-A78D-A78429ACE2B1}"/>
              </a:ext>
            </a:extLst>
          </p:cNvPr>
          <p:cNvSpPr>
            <a:spLocks noGrp="1"/>
          </p:cNvSpPr>
          <p:nvPr>
            <p:ph sz="quarter" idx="26" hasCustomPrompt="1"/>
          </p:nvPr>
        </p:nvSpPr>
        <p:spPr>
          <a:xfrm>
            <a:off x="304801" y="1478597"/>
            <a:ext cx="5678424" cy="4066665"/>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1">
            <a:extLst>
              <a:ext uri="{FF2B5EF4-FFF2-40B4-BE49-F238E27FC236}">
                <a16:creationId xmlns:a16="http://schemas.microsoft.com/office/drawing/2014/main" id="{0D9DE477-DE10-DCE0-49C4-E2DEE12330C1}"/>
              </a:ext>
            </a:extLst>
          </p:cNvPr>
          <p:cNvSpPr>
            <a:spLocks noGrp="1"/>
          </p:cNvSpPr>
          <p:nvPr>
            <p:ph sz="quarter" idx="27" hasCustomPrompt="1"/>
          </p:nvPr>
        </p:nvSpPr>
        <p:spPr>
          <a:xfrm>
            <a:off x="6208777" y="1478597"/>
            <a:ext cx="5678424" cy="4066665"/>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733066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 Secondary Title">
    <p:bg>
      <p:bgPr>
        <a:solidFill>
          <a:schemeClr val="bg1"/>
        </a:solidFill>
        <a:effectLst/>
      </p:bgPr>
    </p:bg>
    <p:spTree>
      <p:nvGrpSpPr>
        <p:cNvPr id="1" name=""/>
        <p:cNvGrpSpPr/>
        <p:nvPr/>
      </p:nvGrpSpPr>
      <p:grpSpPr>
        <a:xfrm>
          <a:off x="0" y="0"/>
          <a:ext cx="0" cy="0"/>
          <a:chOff x="0" y="0"/>
          <a:chExt cx="0" cy="0"/>
        </a:xfrm>
      </p:grpSpPr>
      <p:sp>
        <p:nvSpPr>
          <p:cNvPr id="13" name="Do not remove" hidden="1">
            <a:extLst>
              <a:ext uri="{FF2B5EF4-FFF2-40B4-BE49-F238E27FC236}">
                <a16:creationId xmlns:a16="http://schemas.microsoft.com/office/drawing/2014/main" id="{24A89A35-671D-29D9-53AF-6DF9DD29F2B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1" y="177156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7" y="177156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1" y="1360080"/>
            <a:ext cx="5678424" cy="334427"/>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7" name="Text Placeholder 5">
            <a:extLst>
              <a:ext uri="{FF2B5EF4-FFF2-40B4-BE49-F238E27FC236}">
                <a16:creationId xmlns:a16="http://schemas.microsoft.com/office/drawing/2014/main" id="{C34FB1B2-12A8-A89C-D336-3C9E4D0A5E9E}"/>
              </a:ext>
            </a:extLst>
          </p:cNvPr>
          <p:cNvSpPr>
            <a:spLocks noGrp="1"/>
          </p:cNvSpPr>
          <p:nvPr>
            <p:ph type="body" sz="quarter" idx="18" hasCustomPrompt="1"/>
          </p:nvPr>
        </p:nvSpPr>
        <p:spPr>
          <a:xfrm>
            <a:off x="6208777" y="1360081"/>
            <a:ext cx="5678424" cy="334427"/>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9">
            <a:extLst>
              <a:ext uri="{FF2B5EF4-FFF2-40B4-BE49-F238E27FC236}">
                <a16:creationId xmlns:a16="http://schemas.microsoft.com/office/drawing/2014/main" id="{A4934CEC-892F-B01C-8F15-8B3286C6B52E}"/>
              </a:ext>
            </a:extLst>
          </p:cNvPr>
          <p:cNvSpPr>
            <a:spLocks noGrp="1"/>
          </p:cNvSpPr>
          <p:nvPr>
            <p:ph type="body" sz="quarter" idx="13" hasCustomPrompt="1"/>
          </p:nvPr>
        </p:nvSpPr>
        <p:spPr>
          <a:xfrm>
            <a:off x="304801"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5" name="Text Placeholder 5">
            <a:extLst>
              <a:ext uri="{FF2B5EF4-FFF2-40B4-BE49-F238E27FC236}">
                <a16:creationId xmlns:a16="http://schemas.microsoft.com/office/drawing/2014/main" id="{3571DDB2-C2AD-118F-A914-CB3ADC802077}"/>
              </a:ext>
            </a:extLst>
          </p:cNvPr>
          <p:cNvSpPr>
            <a:spLocks noGrp="1"/>
          </p:cNvSpPr>
          <p:nvPr>
            <p:ph type="body" sz="quarter" idx="12" hasCustomPrompt="1"/>
          </p:nvPr>
        </p:nvSpPr>
        <p:spPr>
          <a:xfrm>
            <a:off x="304801" y="305088"/>
            <a:ext cx="7623663" cy="337032"/>
          </a:xfrm>
          <a:prstGeom prst="rect">
            <a:avLst/>
          </a:prstGeom>
        </p:spPr>
        <p:txBody>
          <a:bodyPr lIns="0" tIns="0" rIns="0" bIns="0">
            <a:noAutofit/>
          </a:bodyPr>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9" name="Text Placeholder 8">
            <a:extLst>
              <a:ext uri="{FF2B5EF4-FFF2-40B4-BE49-F238E27FC236}">
                <a16:creationId xmlns:a16="http://schemas.microsoft.com/office/drawing/2014/main" id="{7F8394D9-C8CC-6F28-447C-42D270D29274}"/>
              </a:ext>
            </a:extLst>
          </p:cNvPr>
          <p:cNvSpPr>
            <a:spLocks noGrp="1"/>
          </p:cNvSpPr>
          <p:nvPr>
            <p:ph type="body" sz="quarter" idx="16" hasCustomPrompt="1"/>
          </p:nvPr>
        </p:nvSpPr>
        <p:spPr>
          <a:xfrm>
            <a:off x="304801" y="852146"/>
            <a:ext cx="11582399"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0" name="Straight Connector 19">
            <a:extLst>
              <a:ext uri="{FF2B5EF4-FFF2-40B4-BE49-F238E27FC236}">
                <a16:creationId xmlns:a16="http://schemas.microsoft.com/office/drawing/2014/main" id="{EFC21CEA-2DBB-7131-5EEB-E120471FEE8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0AF7CBC-5ECA-D193-1C58-F758DC21385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30407B9-C065-3C39-DEC7-F58B725CB4A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12" name="Content Placeholder 11">
            <a:extLst>
              <a:ext uri="{FF2B5EF4-FFF2-40B4-BE49-F238E27FC236}">
                <a16:creationId xmlns:a16="http://schemas.microsoft.com/office/drawing/2014/main" id="{07A74528-B0B5-E1D8-A78D-A78429ACE2B1}"/>
              </a:ext>
            </a:extLst>
          </p:cNvPr>
          <p:cNvSpPr>
            <a:spLocks noGrp="1"/>
          </p:cNvSpPr>
          <p:nvPr>
            <p:ph sz="quarter" idx="26" hasCustomPrompt="1"/>
          </p:nvPr>
        </p:nvSpPr>
        <p:spPr>
          <a:xfrm>
            <a:off x="304801" y="1894666"/>
            <a:ext cx="5678424" cy="3650597"/>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1">
            <a:extLst>
              <a:ext uri="{FF2B5EF4-FFF2-40B4-BE49-F238E27FC236}">
                <a16:creationId xmlns:a16="http://schemas.microsoft.com/office/drawing/2014/main" id="{0D9DE477-DE10-DCE0-49C4-E2DEE12330C1}"/>
              </a:ext>
            </a:extLst>
          </p:cNvPr>
          <p:cNvSpPr>
            <a:spLocks noGrp="1"/>
          </p:cNvSpPr>
          <p:nvPr>
            <p:ph sz="quarter" idx="27" hasCustomPrompt="1"/>
          </p:nvPr>
        </p:nvSpPr>
        <p:spPr>
          <a:xfrm>
            <a:off x="6208777" y="1894666"/>
            <a:ext cx="5678424" cy="3650597"/>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90994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li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1540328-8805-C0C8-F31C-97EC5868471C}"/>
              </a:ext>
            </a:extLst>
          </p:cNvPr>
          <p:cNvSpPr>
            <a:spLocks noGrp="1"/>
          </p:cNvSpPr>
          <p:nvPr>
            <p:ph type="ftr" sz="quarter" idx="10"/>
          </p:nvPr>
        </p:nvSpPr>
        <p:spPr/>
        <p:txBody>
          <a:bodyPr/>
          <a:lstStyle>
            <a:lvl1pPr>
              <a:defRPr>
                <a:solidFill>
                  <a:srgbClr val="141414"/>
                </a:solidFill>
              </a:defRPr>
            </a:lvl1pPr>
          </a:lstStyle>
          <a:p>
            <a:r>
              <a:rPr lang="en-US"/>
              <a:t>Sixth Street Highly Confidential</a:t>
            </a:r>
          </a:p>
        </p:txBody>
      </p:sp>
      <p:sp>
        <p:nvSpPr>
          <p:cNvPr id="4" name="Text Placeholder 5">
            <a:extLst>
              <a:ext uri="{FF2B5EF4-FFF2-40B4-BE49-F238E27FC236}">
                <a16:creationId xmlns:a16="http://schemas.microsoft.com/office/drawing/2014/main" id="{06A324CB-394F-5EBD-8B76-E2BAAE3F612B}"/>
              </a:ext>
            </a:extLst>
          </p:cNvPr>
          <p:cNvSpPr>
            <a:spLocks noGrp="1"/>
          </p:cNvSpPr>
          <p:nvPr>
            <p:ph type="body" sz="quarter" idx="19" hasCustomPrompt="1"/>
          </p:nvPr>
        </p:nvSpPr>
        <p:spPr>
          <a:xfrm>
            <a:off x="6318503" y="944013"/>
            <a:ext cx="5568696" cy="384503"/>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5" name="TextBox 4">
            <a:extLst>
              <a:ext uri="{FF2B5EF4-FFF2-40B4-BE49-F238E27FC236}">
                <a16:creationId xmlns:a16="http://schemas.microsoft.com/office/drawing/2014/main" id="{F6D6E493-C68B-9EDD-E8CD-D8842EFB0E8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6" name="Text Placeholder 5">
            <a:extLst>
              <a:ext uri="{FF2B5EF4-FFF2-40B4-BE49-F238E27FC236}">
                <a16:creationId xmlns:a16="http://schemas.microsoft.com/office/drawing/2014/main" id="{C27B991A-FE12-1154-9190-9A4E2BABF6EF}"/>
              </a:ext>
            </a:extLst>
          </p:cNvPr>
          <p:cNvSpPr>
            <a:spLocks noGrp="1"/>
          </p:cNvSpPr>
          <p:nvPr>
            <p:ph type="body" sz="quarter" idx="18" hasCustomPrompt="1"/>
          </p:nvPr>
        </p:nvSpPr>
        <p:spPr>
          <a:xfrm>
            <a:off x="304800" y="944013"/>
            <a:ext cx="5568696" cy="384502"/>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7" name="Text Placeholder 9">
            <a:extLst>
              <a:ext uri="{FF2B5EF4-FFF2-40B4-BE49-F238E27FC236}">
                <a16:creationId xmlns:a16="http://schemas.microsoft.com/office/drawing/2014/main" id="{ECAED87F-10D5-A824-1D69-3EB92CE106C3}"/>
              </a:ext>
            </a:extLst>
          </p:cNvPr>
          <p:cNvSpPr>
            <a:spLocks noGrp="1"/>
          </p:cNvSpPr>
          <p:nvPr>
            <p:ph type="body" sz="quarter" idx="13" hasCustomPrompt="1"/>
          </p:nvPr>
        </p:nvSpPr>
        <p:spPr>
          <a:xfrm>
            <a:off x="304801" y="6015526"/>
            <a:ext cx="11582398"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8" name="Text Placeholder 5">
            <a:extLst>
              <a:ext uri="{FF2B5EF4-FFF2-40B4-BE49-F238E27FC236}">
                <a16:creationId xmlns:a16="http://schemas.microsoft.com/office/drawing/2014/main" id="{1F98F763-5749-B99A-AE35-DBCE4B0BD799}"/>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9" name="Straight Connector 8">
            <a:extLst>
              <a:ext uri="{FF2B5EF4-FFF2-40B4-BE49-F238E27FC236}">
                <a16:creationId xmlns:a16="http://schemas.microsoft.com/office/drawing/2014/main" id="{BEFD6509-F8D4-EFDF-907F-F5C4887D4524}"/>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127F896-7C9F-3BA2-78AB-EA7CD6CD0AF5}"/>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0D646D5-4DA8-2A50-E157-3177375FB0C2}"/>
              </a:ext>
            </a:extLst>
          </p:cNvPr>
          <p:cNvCxnSpPr>
            <a:cxnSpLocks/>
          </p:cNvCxnSpPr>
          <p:nvPr userDrawn="1"/>
        </p:nvCxnSpPr>
        <p:spPr>
          <a:xfrm>
            <a:off x="6096000" y="944013"/>
            <a:ext cx="0" cy="4601251"/>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3" name="Text Placeholder 17">
            <a:extLst>
              <a:ext uri="{FF2B5EF4-FFF2-40B4-BE49-F238E27FC236}">
                <a16:creationId xmlns:a16="http://schemas.microsoft.com/office/drawing/2014/main" id="{A020F133-0551-E69C-60C5-889D9E2C88C5}"/>
              </a:ext>
            </a:extLst>
          </p:cNvPr>
          <p:cNvSpPr>
            <a:spLocks noGrp="1"/>
          </p:cNvSpPr>
          <p:nvPr>
            <p:ph type="body" sz="quarter" idx="24"/>
          </p:nvPr>
        </p:nvSpPr>
        <p:spPr>
          <a:xfrm>
            <a:off x="304800" y="1407171"/>
            <a:ext cx="5568696" cy="4138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7">
            <a:extLst>
              <a:ext uri="{FF2B5EF4-FFF2-40B4-BE49-F238E27FC236}">
                <a16:creationId xmlns:a16="http://schemas.microsoft.com/office/drawing/2014/main" id="{5019F871-A3C2-3A5D-BC6D-8AD925A98F10}"/>
              </a:ext>
            </a:extLst>
          </p:cNvPr>
          <p:cNvSpPr>
            <a:spLocks noGrp="1"/>
          </p:cNvSpPr>
          <p:nvPr>
            <p:ph type="body" sz="quarter" idx="25"/>
          </p:nvPr>
        </p:nvSpPr>
        <p:spPr>
          <a:xfrm>
            <a:off x="6318503" y="1407171"/>
            <a:ext cx="5568696" cy="4138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3016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plit Slide + Secondary Title">
    <p:bg>
      <p:bgPr>
        <a:solidFill>
          <a:schemeClr val="bg1"/>
        </a:solidFill>
        <a:effectLst/>
      </p:bgPr>
    </p:bg>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4A999882-4A7C-74C7-3E7A-F76947C45A97}"/>
              </a:ext>
            </a:extLst>
          </p:cNvPr>
          <p:cNvSpPr>
            <a:spLocks noGrp="1"/>
          </p:cNvSpPr>
          <p:nvPr>
            <p:ph type="body" sz="quarter" idx="19" hasCustomPrompt="1"/>
          </p:nvPr>
        </p:nvSpPr>
        <p:spPr>
          <a:xfrm>
            <a:off x="6318503" y="1360082"/>
            <a:ext cx="5568696" cy="384503"/>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6" name="Text Placeholder 5">
            <a:extLst>
              <a:ext uri="{FF2B5EF4-FFF2-40B4-BE49-F238E27FC236}">
                <a16:creationId xmlns:a16="http://schemas.microsoft.com/office/drawing/2014/main" id="{D4534358-DAC2-78BE-2357-F028A91FA313}"/>
              </a:ext>
            </a:extLst>
          </p:cNvPr>
          <p:cNvSpPr>
            <a:spLocks noGrp="1"/>
          </p:cNvSpPr>
          <p:nvPr>
            <p:ph type="body" sz="quarter" idx="18" hasCustomPrompt="1"/>
          </p:nvPr>
        </p:nvSpPr>
        <p:spPr>
          <a:xfrm>
            <a:off x="304800" y="1360083"/>
            <a:ext cx="5568696" cy="384502"/>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9">
            <a:extLst>
              <a:ext uri="{FF2B5EF4-FFF2-40B4-BE49-F238E27FC236}">
                <a16:creationId xmlns:a16="http://schemas.microsoft.com/office/drawing/2014/main" id="{1F60A7E6-1591-2F10-8E54-3DC0036BCC6C}"/>
              </a:ext>
            </a:extLst>
          </p:cNvPr>
          <p:cNvSpPr>
            <a:spLocks noGrp="1"/>
          </p:cNvSpPr>
          <p:nvPr>
            <p:ph type="body" sz="quarter" idx="13" hasCustomPrompt="1"/>
          </p:nvPr>
        </p:nvSpPr>
        <p:spPr>
          <a:xfrm>
            <a:off x="304801" y="6015526"/>
            <a:ext cx="11582398"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1" name="Text Placeholder 5">
            <a:extLst>
              <a:ext uri="{FF2B5EF4-FFF2-40B4-BE49-F238E27FC236}">
                <a16:creationId xmlns:a16="http://schemas.microsoft.com/office/drawing/2014/main" id="{3C4F440C-2D94-382B-9284-469ED54B309D}"/>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4" name="Straight Connector 13">
            <a:extLst>
              <a:ext uri="{FF2B5EF4-FFF2-40B4-BE49-F238E27FC236}">
                <a16:creationId xmlns:a16="http://schemas.microsoft.com/office/drawing/2014/main" id="{29688462-B2EA-EF4A-1AF7-2261033E397D}"/>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3B75DD51-D0EC-C707-94FE-8C5A3FB2129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610ADA34-6C39-FAFF-DA39-BBB8D7F1FD20}"/>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8">
            <a:extLst>
              <a:ext uri="{FF2B5EF4-FFF2-40B4-BE49-F238E27FC236}">
                <a16:creationId xmlns:a16="http://schemas.microsoft.com/office/drawing/2014/main" id="{576A394F-35D3-00ED-F9C0-3EA0023B0848}"/>
              </a:ext>
            </a:extLst>
          </p:cNvPr>
          <p:cNvSpPr>
            <a:spLocks noGrp="1"/>
          </p:cNvSpPr>
          <p:nvPr>
            <p:ph type="body" sz="quarter" idx="16" hasCustomPrompt="1"/>
          </p:nvPr>
        </p:nvSpPr>
        <p:spPr>
          <a:xfrm>
            <a:off x="304801" y="852146"/>
            <a:ext cx="11588750" cy="307777"/>
          </a:xfrm>
          <a:prstGeom prst="rect">
            <a:avLst/>
          </a:prstGeom>
        </p:spPr>
        <p:txBody>
          <a:bodyPr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6" name="Straight Arrow Connector 15">
            <a:extLst>
              <a:ext uri="{FF2B5EF4-FFF2-40B4-BE49-F238E27FC236}">
                <a16:creationId xmlns:a16="http://schemas.microsoft.com/office/drawing/2014/main" id="{FE740AA9-EA37-D14A-5B53-C93328E7FF99}"/>
              </a:ext>
            </a:extLst>
          </p:cNvPr>
          <p:cNvCxnSpPr>
            <a:cxnSpLocks/>
          </p:cNvCxnSpPr>
          <p:nvPr userDrawn="1"/>
        </p:nvCxnSpPr>
        <p:spPr>
          <a:xfrm>
            <a:off x="6096000" y="1357479"/>
            <a:ext cx="0" cy="4189805"/>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D91EA5DD-0125-1B58-1697-BF829A19F6EA}"/>
              </a:ext>
            </a:extLst>
          </p:cNvPr>
          <p:cNvSpPr>
            <a:spLocks noGrp="1"/>
          </p:cNvSpPr>
          <p:nvPr>
            <p:ph type="body" sz="quarter" idx="24"/>
          </p:nvPr>
        </p:nvSpPr>
        <p:spPr>
          <a:xfrm>
            <a:off x="304800" y="1823656"/>
            <a:ext cx="5568696" cy="3721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7">
            <a:extLst>
              <a:ext uri="{FF2B5EF4-FFF2-40B4-BE49-F238E27FC236}">
                <a16:creationId xmlns:a16="http://schemas.microsoft.com/office/drawing/2014/main" id="{5C43CC48-207C-01DE-F682-AEACF3D48A98}"/>
              </a:ext>
            </a:extLst>
          </p:cNvPr>
          <p:cNvSpPr>
            <a:spLocks noGrp="1"/>
          </p:cNvSpPr>
          <p:nvPr>
            <p:ph type="body" sz="quarter" idx="25"/>
          </p:nvPr>
        </p:nvSpPr>
        <p:spPr>
          <a:xfrm>
            <a:off x="6318503" y="1823656"/>
            <a:ext cx="5568696" cy="3721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40306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ph] Split Slide + Secondary Title">
    <p:bg>
      <p:bgPr>
        <a:solidFill>
          <a:schemeClr val="bg1"/>
        </a:solidFill>
        <a:effectLst/>
      </p:bgPr>
    </p:bg>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D6AD1E3C-BE10-5824-03BF-4D9B12CF05FF}"/>
              </a:ext>
            </a:extLst>
          </p:cNvPr>
          <p:cNvSpPr>
            <a:spLocks noGrp="1"/>
          </p:cNvSpPr>
          <p:nvPr>
            <p:ph type="body" sz="quarter" idx="19" hasCustomPrompt="1"/>
          </p:nvPr>
        </p:nvSpPr>
        <p:spPr>
          <a:xfrm>
            <a:off x="6318506" y="1360081"/>
            <a:ext cx="5568696" cy="386521"/>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3" name="Straight Arrow Connector 12">
            <a:extLst>
              <a:ext uri="{FF2B5EF4-FFF2-40B4-BE49-F238E27FC236}">
                <a16:creationId xmlns:a16="http://schemas.microsoft.com/office/drawing/2014/main" id="{780F2525-8877-7E50-FE41-895E98BF9A2A}"/>
              </a:ext>
            </a:extLst>
          </p:cNvPr>
          <p:cNvCxnSpPr>
            <a:cxnSpLocks/>
          </p:cNvCxnSpPr>
          <p:nvPr userDrawn="1"/>
        </p:nvCxnSpPr>
        <p:spPr>
          <a:xfrm>
            <a:off x="6096000" y="1357479"/>
            <a:ext cx="0" cy="4189805"/>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E46FCEE-00B9-1E26-2E71-0E3A65518010}"/>
              </a:ext>
            </a:extLst>
          </p:cNvPr>
          <p:cNvSpPr>
            <a:spLocks noGrp="1"/>
          </p:cNvSpPr>
          <p:nvPr>
            <p:ph type="body" sz="quarter" idx="18" hasCustomPrompt="1"/>
          </p:nvPr>
        </p:nvSpPr>
        <p:spPr>
          <a:xfrm>
            <a:off x="304800" y="1360081"/>
            <a:ext cx="5568696" cy="386521"/>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4" name="Chart Placeholder 11">
            <a:extLst>
              <a:ext uri="{FF2B5EF4-FFF2-40B4-BE49-F238E27FC236}">
                <a16:creationId xmlns:a16="http://schemas.microsoft.com/office/drawing/2014/main" id="{1D9460A7-3A70-2D74-7641-EF56FF2C8607}"/>
              </a:ext>
            </a:extLst>
          </p:cNvPr>
          <p:cNvSpPr>
            <a:spLocks noGrp="1"/>
          </p:cNvSpPr>
          <p:nvPr>
            <p:ph type="chart" sz="quarter" idx="21"/>
          </p:nvPr>
        </p:nvSpPr>
        <p:spPr>
          <a:xfrm>
            <a:off x="6318506" y="1823655"/>
            <a:ext cx="5568696" cy="3723628"/>
          </a:xfrm>
          <a:prstGeom prst="rect">
            <a:avLst/>
          </a:prstGeom>
        </p:spPr>
        <p:txBody>
          <a:bodyPr/>
          <a:lstStyle/>
          <a:p>
            <a:r>
              <a:rPr lang="en-US"/>
              <a:t>Click icon to add chart</a:t>
            </a:r>
            <a:endParaRPr lang="en-BR"/>
          </a:p>
        </p:txBody>
      </p:sp>
      <p:sp>
        <p:nvSpPr>
          <p:cNvPr id="17" name="Chart Placeholder 11">
            <a:extLst>
              <a:ext uri="{FF2B5EF4-FFF2-40B4-BE49-F238E27FC236}">
                <a16:creationId xmlns:a16="http://schemas.microsoft.com/office/drawing/2014/main" id="{7018EDAD-D5E7-DDBD-0720-FA593513D895}"/>
              </a:ext>
            </a:extLst>
          </p:cNvPr>
          <p:cNvSpPr>
            <a:spLocks noGrp="1"/>
          </p:cNvSpPr>
          <p:nvPr>
            <p:ph type="chart" sz="quarter" idx="22"/>
          </p:nvPr>
        </p:nvSpPr>
        <p:spPr>
          <a:xfrm>
            <a:off x="304800" y="1823656"/>
            <a:ext cx="5568696" cy="3723628"/>
          </a:xfrm>
          <a:prstGeom prst="rect">
            <a:avLst/>
          </a:prstGeom>
        </p:spPr>
        <p:txBody>
          <a:bodyPr/>
          <a:lstStyle/>
          <a:p>
            <a:r>
              <a:rPr lang="en-US"/>
              <a:t>Click icon to add chart</a:t>
            </a:r>
            <a:endParaRPr lang="en-BR"/>
          </a:p>
        </p:txBody>
      </p:sp>
      <p:sp>
        <p:nvSpPr>
          <p:cNvPr id="8" name="Text Placeholder 9">
            <a:extLst>
              <a:ext uri="{FF2B5EF4-FFF2-40B4-BE49-F238E27FC236}">
                <a16:creationId xmlns:a16="http://schemas.microsoft.com/office/drawing/2014/main" id="{3B04FD18-0275-3442-9779-AF855C5E7152}"/>
              </a:ext>
            </a:extLst>
          </p:cNvPr>
          <p:cNvSpPr>
            <a:spLocks noGrp="1"/>
          </p:cNvSpPr>
          <p:nvPr>
            <p:ph type="body" sz="quarter" idx="13" hasCustomPrompt="1"/>
          </p:nvPr>
        </p:nvSpPr>
        <p:spPr>
          <a:xfrm>
            <a:off x="304800"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1" name="Text Placeholder 5">
            <a:extLst>
              <a:ext uri="{FF2B5EF4-FFF2-40B4-BE49-F238E27FC236}">
                <a16:creationId xmlns:a16="http://schemas.microsoft.com/office/drawing/2014/main" id="{1ED77BB0-8667-B66B-4D78-132F55274BF3}"/>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9" name="Text Placeholder 8">
            <a:extLst>
              <a:ext uri="{FF2B5EF4-FFF2-40B4-BE49-F238E27FC236}">
                <a16:creationId xmlns:a16="http://schemas.microsoft.com/office/drawing/2014/main" id="{EEC117EE-53B1-5828-B947-9720C0A3E062}"/>
              </a:ext>
            </a:extLst>
          </p:cNvPr>
          <p:cNvSpPr>
            <a:spLocks noGrp="1"/>
          </p:cNvSpPr>
          <p:nvPr>
            <p:ph type="body" sz="quarter" idx="16" hasCustomPrompt="1"/>
          </p:nvPr>
        </p:nvSpPr>
        <p:spPr>
          <a:xfrm>
            <a:off x="304800" y="852147"/>
            <a:ext cx="11582400"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0" name="Straight Connector 19">
            <a:extLst>
              <a:ext uri="{FF2B5EF4-FFF2-40B4-BE49-F238E27FC236}">
                <a16:creationId xmlns:a16="http://schemas.microsoft.com/office/drawing/2014/main" id="{2D27A516-ECDE-3716-527C-829218D5C33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D46F88B-A6E4-C2FA-6714-AA6A13FD6AB6}"/>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58F48572-561B-DAC2-A3B3-0EE82EFF010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1873922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3 Sections Slid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6" name="Text Placeholder 5">
            <a:extLst>
              <a:ext uri="{FF2B5EF4-FFF2-40B4-BE49-F238E27FC236}">
                <a16:creationId xmlns:a16="http://schemas.microsoft.com/office/drawing/2014/main" id="{D487DFB7-7401-FAF9-4FC6-E89B1F5A0B5A}"/>
              </a:ext>
            </a:extLst>
          </p:cNvPr>
          <p:cNvSpPr>
            <a:spLocks noGrp="1"/>
          </p:cNvSpPr>
          <p:nvPr>
            <p:ph type="body" sz="quarter" idx="19" hasCustomPrompt="1"/>
          </p:nvPr>
        </p:nvSpPr>
        <p:spPr>
          <a:xfrm>
            <a:off x="304800" y="852145"/>
            <a:ext cx="3703320" cy="337033"/>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1" name="Text Placeholder 5">
            <a:extLst>
              <a:ext uri="{FF2B5EF4-FFF2-40B4-BE49-F238E27FC236}">
                <a16:creationId xmlns:a16="http://schemas.microsoft.com/office/drawing/2014/main" id="{9DAFA641-611A-F390-A376-E120BB0C7C04}"/>
              </a:ext>
            </a:extLst>
          </p:cNvPr>
          <p:cNvSpPr>
            <a:spLocks noGrp="1"/>
          </p:cNvSpPr>
          <p:nvPr>
            <p:ph type="body" sz="quarter" idx="20" hasCustomPrompt="1"/>
          </p:nvPr>
        </p:nvSpPr>
        <p:spPr>
          <a:xfrm>
            <a:off x="4244341" y="852145"/>
            <a:ext cx="3703320" cy="337033"/>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3" name="Text Placeholder 5">
            <a:extLst>
              <a:ext uri="{FF2B5EF4-FFF2-40B4-BE49-F238E27FC236}">
                <a16:creationId xmlns:a16="http://schemas.microsoft.com/office/drawing/2014/main" id="{23810402-261E-6F42-7B92-EE1B2286CF23}"/>
              </a:ext>
            </a:extLst>
          </p:cNvPr>
          <p:cNvSpPr>
            <a:spLocks noGrp="1"/>
          </p:cNvSpPr>
          <p:nvPr>
            <p:ph type="body" sz="quarter" idx="21" hasCustomPrompt="1"/>
          </p:nvPr>
        </p:nvSpPr>
        <p:spPr>
          <a:xfrm>
            <a:off x="8183882" y="852145"/>
            <a:ext cx="3703320" cy="337033"/>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9">
            <a:extLst>
              <a:ext uri="{FF2B5EF4-FFF2-40B4-BE49-F238E27FC236}">
                <a16:creationId xmlns:a16="http://schemas.microsoft.com/office/drawing/2014/main" id="{3662AA8F-2ED3-E584-7520-5E0B85905F6C}"/>
              </a:ext>
            </a:extLst>
          </p:cNvPr>
          <p:cNvSpPr>
            <a:spLocks noGrp="1"/>
          </p:cNvSpPr>
          <p:nvPr>
            <p:ph type="body" sz="quarter" idx="13" hasCustomPrompt="1"/>
          </p:nvPr>
        </p:nvSpPr>
        <p:spPr>
          <a:xfrm>
            <a:off x="304800"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5" name="Text Placeholder 5">
            <a:extLst>
              <a:ext uri="{FF2B5EF4-FFF2-40B4-BE49-F238E27FC236}">
                <a16:creationId xmlns:a16="http://schemas.microsoft.com/office/drawing/2014/main" id="{9622B1E1-6081-8E0E-369D-602045E36B8E}"/>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7" name="Straight Connector 16">
            <a:extLst>
              <a:ext uri="{FF2B5EF4-FFF2-40B4-BE49-F238E27FC236}">
                <a16:creationId xmlns:a16="http://schemas.microsoft.com/office/drawing/2014/main" id="{180E4B75-E0F3-CE99-DA62-359DC677F6C1}"/>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6FF55E5-02DF-B865-DEB2-DE6C37FB19E0}"/>
              </a:ext>
            </a:extLst>
          </p:cNvPr>
          <p:cNvCxnSpPr>
            <a:cxnSpLocks/>
          </p:cNvCxnSpPr>
          <p:nvPr userDrawn="1"/>
        </p:nvCxnSpPr>
        <p:spPr>
          <a:xfrm>
            <a:off x="304800" y="1266229"/>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F8A59A4-9575-8EA2-BF5C-A21581689561}"/>
              </a:ext>
            </a:extLst>
          </p:cNvPr>
          <p:cNvCxnSpPr>
            <a:cxnSpLocks/>
          </p:cNvCxnSpPr>
          <p:nvPr userDrawn="1"/>
        </p:nvCxnSpPr>
        <p:spPr>
          <a:xfrm>
            <a:off x="4244341" y="1266229"/>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34F05D9-FD16-6F5F-FB43-D88F84B81B04}"/>
              </a:ext>
            </a:extLst>
          </p:cNvPr>
          <p:cNvCxnSpPr>
            <a:cxnSpLocks/>
          </p:cNvCxnSpPr>
          <p:nvPr userDrawn="1"/>
        </p:nvCxnSpPr>
        <p:spPr>
          <a:xfrm>
            <a:off x="8183882" y="1266229"/>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7ED2A3A-621C-B6ED-E0A9-931D754EFE3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052578EF-14E4-8135-91DA-780229785A4C}"/>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14" name="Content Placeholder 13">
            <a:extLst>
              <a:ext uri="{FF2B5EF4-FFF2-40B4-BE49-F238E27FC236}">
                <a16:creationId xmlns:a16="http://schemas.microsoft.com/office/drawing/2014/main" id="{25830C01-13C0-57E0-E956-12D001A359BD}"/>
              </a:ext>
            </a:extLst>
          </p:cNvPr>
          <p:cNvSpPr>
            <a:spLocks noGrp="1"/>
          </p:cNvSpPr>
          <p:nvPr>
            <p:ph sz="quarter" idx="31"/>
          </p:nvPr>
        </p:nvSpPr>
        <p:spPr>
          <a:xfrm>
            <a:off x="304800" y="1343280"/>
            <a:ext cx="3703320"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3">
            <a:extLst>
              <a:ext uri="{FF2B5EF4-FFF2-40B4-BE49-F238E27FC236}">
                <a16:creationId xmlns:a16="http://schemas.microsoft.com/office/drawing/2014/main" id="{3C1D04F7-E12C-21D7-B254-609792F012E5}"/>
              </a:ext>
            </a:extLst>
          </p:cNvPr>
          <p:cNvSpPr>
            <a:spLocks noGrp="1"/>
          </p:cNvSpPr>
          <p:nvPr>
            <p:ph sz="quarter" idx="32"/>
          </p:nvPr>
        </p:nvSpPr>
        <p:spPr>
          <a:xfrm>
            <a:off x="4244341" y="1343280"/>
            <a:ext cx="3703320"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3">
            <a:extLst>
              <a:ext uri="{FF2B5EF4-FFF2-40B4-BE49-F238E27FC236}">
                <a16:creationId xmlns:a16="http://schemas.microsoft.com/office/drawing/2014/main" id="{B5CA3019-2069-A49F-147A-D012F9A9BA90}"/>
              </a:ext>
            </a:extLst>
          </p:cNvPr>
          <p:cNvSpPr>
            <a:spLocks noGrp="1"/>
          </p:cNvSpPr>
          <p:nvPr>
            <p:ph sz="quarter" idx="33"/>
          </p:nvPr>
        </p:nvSpPr>
        <p:spPr>
          <a:xfrm>
            <a:off x="8183882" y="1343280"/>
            <a:ext cx="3703320"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05698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3 Sections Slide + Secondary Titl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6" name="Text Placeholder 5">
            <a:extLst>
              <a:ext uri="{FF2B5EF4-FFF2-40B4-BE49-F238E27FC236}">
                <a16:creationId xmlns:a16="http://schemas.microsoft.com/office/drawing/2014/main" id="{D487DFB7-7401-FAF9-4FC6-E89B1F5A0B5A}"/>
              </a:ext>
            </a:extLst>
          </p:cNvPr>
          <p:cNvSpPr>
            <a:spLocks noGrp="1"/>
          </p:cNvSpPr>
          <p:nvPr>
            <p:ph type="body" sz="quarter" idx="19" hasCustomPrompt="1"/>
          </p:nvPr>
        </p:nvSpPr>
        <p:spPr>
          <a:xfrm>
            <a:off x="304800" y="1367551"/>
            <a:ext cx="3703320" cy="430887"/>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1" name="Text Placeholder 5">
            <a:extLst>
              <a:ext uri="{FF2B5EF4-FFF2-40B4-BE49-F238E27FC236}">
                <a16:creationId xmlns:a16="http://schemas.microsoft.com/office/drawing/2014/main" id="{9DAFA641-611A-F390-A376-E120BB0C7C04}"/>
              </a:ext>
            </a:extLst>
          </p:cNvPr>
          <p:cNvSpPr>
            <a:spLocks noGrp="1"/>
          </p:cNvSpPr>
          <p:nvPr>
            <p:ph type="body" sz="quarter" idx="20" hasCustomPrompt="1"/>
          </p:nvPr>
        </p:nvSpPr>
        <p:spPr>
          <a:xfrm>
            <a:off x="4244341" y="1367551"/>
            <a:ext cx="3703320" cy="430887"/>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3" name="Text Placeholder 5">
            <a:extLst>
              <a:ext uri="{FF2B5EF4-FFF2-40B4-BE49-F238E27FC236}">
                <a16:creationId xmlns:a16="http://schemas.microsoft.com/office/drawing/2014/main" id="{23810402-261E-6F42-7B92-EE1B2286CF23}"/>
              </a:ext>
            </a:extLst>
          </p:cNvPr>
          <p:cNvSpPr>
            <a:spLocks noGrp="1"/>
          </p:cNvSpPr>
          <p:nvPr>
            <p:ph type="body" sz="quarter" idx="21" hasCustomPrompt="1"/>
          </p:nvPr>
        </p:nvSpPr>
        <p:spPr>
          <a:xfrm>
            <a:off x="8183882" y="1367551"/>
            <a:ext cx="3703320" cy="430887"/>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9">
            <a:extLst>
              <a:ext uri="{FF2B5EF4-FFF2-40B4-BE49-F238E27FC236}">
                <a16:creationId xmlns:a16="http://schemas.microsoft.com/office/drawing/2014/main" id="{FB597827-3D0F-621E-9035-C539565DD35D}"/>
              </a:ext>
            </a:extLst>
          </p:cNvPr>
          <p:cNvSpPr>
            <a:spLocks noGrp="1"/>
          </p:cNvSpPr>
          <p:nvPr>
            <p:ph type="body" sz="quarter" idx="13" hasCustomPrompt="1"/>
          </p:nvPr>
        </p:nvSpPr>
        <p:spPr>
          <a:xfrm>
            <a:off x="304800"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6" name="Text Placeholder 5">
            <a:extLst>
              <a:ext uri="{FF2B5EF4-FFF2-40B4-BE49-F238E27FC236}">
                <a16:creationId xmlns:a16="http://schemas.microsoft.com/office/drawing/2014/main" id="{7DBC87D0-704C-6933-427C-DDCA0E58CE03}"/>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9" name="Text Placeholder 8">
            <a:extLst>
              <a:ext uri="{FF2B5EF4-FFF2-40B4-BE49-F238E27FC236}">
                <a16:creationId xmlns:a16="http://schemas.microsoft.com/office/drawing/2014/main" id="{6D8A9E1F-28E8-46FB-279D-A36E149F6D47}"/>
              </a:ext>
            </a:extLst>
          </p:cNvPr>
          <p:cNvSpPr>
            <a:spLocks noGrp="1"/>
          </p:cNvSpPr>
          <p:nvPr>
            <p:ph type="body" sz="quarter" idx="22" hasCustomPrompt="1"/>
          </p:nvPr>
        </p:nvSpPr>
        <p:spPr>
          <a:xfrm>
            <a:off x="304800" y="852147"/>
            <a:ext cx="11582400"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0" name="Straight Connector 19">
            <a:extLst>
              <a:ext uri="{FF2B5EF4-FFF2-40B4-BE49-F238E27FC236}">
                <a16:creationId xmlns:a16="http://schemas.microsoft.com/office/drawing/2014/main" id="{163D27F4-2354-C222-F843-EC413C6023C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9B1A72-C1E8-E788-7DF2-DC9912BBBFBD}"/>
              </a:ext>
            </a:extLst>
          </p:cNvPr>
          <p:cNvCxnSpPr>
            <a:cxnSpLocks/>
          </p:cNvCxnSpPr>
          <p:nvPr userDrawn="1"/>
        </p:nvCxnSpPr>
        <p:spPr>
          <a:xfrm>
            <a:off x="304800" y="1263737"/>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0860DF9-36F7-7E0A-96BB-E3F93F5C6A40}"/>
              </a:ext>
            </a:extLst>
          </p:cNvPr>
          <p:cNvCxnSpPr>
            <a:cxnSpLocks/>
          </p:cNvCxnSpPr>
          <p:nvPr userDrawn="1"/>
        </p:nvCxnSpPr>
        <p:spPr>
          <a:xfrm>
            <a:off x="4244341" y="1263738"/>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9974DC9-F056-44E0-A1B7-B1384C20EE2E}"/>
              </a:ext>
            </a:extLst>
          </p:cNvPr>
          <p:cNvCxnSpPr>
            <a:cxnSpLocks/>
          </p:cNvCxnSpPr>
          <p:nvPr userDrawn="1"/>
        </p:nvCxnSpPr>
        <p:spPr>
          <a:xfrm>
            <a:off x="8183882" y="1263738"/>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D21E4C4-E4E6-924A-1FC2-9EE3603EEA2E}"/>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0306B9FE-1CF6-408C-2B1D-8D111F8FDF35}"/>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7" name="Content Placeholder 6">
            <a:extLst>
              <a:ext uri="{FF2B5EF4-FFF2-40B4-BE49-F238E27FC236}">
                <a16:creationId xmlns:a16="http://schemas.microsoft.com/office/drawing/2014/main" id="{475CE4D9-1E0C-359F-605D-2CBF22ABCA4B}"/>
              </a:ext>
            </a:extLst>
          </p:cNvPr>
          <p:cNvSpPr>
            <a:spLocks noGrp="1"/>
          </p:cNvSpPr>
          <p:nvPr>
            <p:ph sz="quarter" idx="23"/>
          </p:nvPr>
        </p:nvSpPr>
        <p:spPr>
          <a:xfrm>
            <a:off x="304800" y="1885355"/>
            <a:ext cx="3703320" cy="3649089"/>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6">
            <a:extLst>
              <a:ext uri="{FF2B5EF4-FFF2-40B4-BE49-F238E27FC236}">
                <a16:creationId xmlns:a16="http://schemas.microsoft.com/office/drawing/2014/main" id="{0E2D7684-D805-F9B9-FE26-85ECC9353AEE}"/>
              </a:ext>
            </a:extLst>
          </p:cNvPr>
          <p:cNvSpPr>
            <a:spLocks noGrp="1"/>
          </p:cNvSpPr>
          <p:nvPr>
            <p:ph sz="quarter" idx="25"/>
          </p:nvPr>
        </p:nvSpPr>
        <p:spPr>
          <a:xfrm>
            <a:off x="4244341" y="1885355"/>
            <a:ext cx="3703320" cy="3649089"/>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6">
            <a:extLst>
              <a:ext uri="{FF2B5EF4-FFF2-40B4-BE49-F238E27FC236}">
                <a16:creationId xmlns:a16="http://schemas.microsoft.com/office/drawing/2014/main" id="{4DB7F2E7-10C7-0C59-DC1A-412013385F9A}"/>
              </a:ext>
            </a:extLst>
          </p:cNvPr>
          <p:cNvSpPr>
            <a:spLocks noGrp="1"/>
          </p:cNvSpPr>
          <p:nvPr>
            <p:ph sz="quarter" idx="26"/>
          </p:nvPr>
        </p:nvSpPr>
        <p:spPr>
          <a:xfrm>
            <a:off x="8183882" y="1885355"/>
            <a:ext cx="3703320" cy="3649089"/>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090329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s + Secondary titl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086755" y="1366221"/>
            <a:ext cx="0" cy="4125558"/>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80F2525-8877-7E50-FE41-895E98BF9A2A}"/>
              </a:ext>
            </a:extLst>
          </p:cNvPr>
          <p:cNvCxnSpPr>
            <a:cxnSpLocks/>
          </p:cNvCxnSpPr>
          <p:nvPr userDrawn="1"/>
        </p:nvCxnSpPr>
        <p:spPr>
          <a:xfrm>
            <a:off x="6099489" y="1366221"/>
            <a:ext cx="0" cy="4125558"/>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FAB5371-DACD-05BB-33BC-6237C60B29A6}"/>
              </a:ext>
            </a:extLst>
          </p:cNvPr>
          <p:cNvCxnSpPr>
            <a:cxnSpLocks/>
          </p:cNvCxnSpPr>
          <p:nvPr userDrawn="1"/>
        </p:nvCxnSpPr>
        <p:spPr>
          <a:xfrm>
            <a:off x="9112223" y="1366221"/>
            <a:ext cx="0" cy="4125558"/>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186F4F89-4E25-EF77-8A24-9067C7AF42F2}"/>
              </a:ext>
            </a:extLst>
          </p:cNvPr>
          <p:cNvSpPr>
            <a:spLocks noGrp="1"/>
          </p:cNvSpPr>
          <p:nvPr>
            <p:ph type="body" sz="quarter" idx="13" hasCustomPrompt="1"/>
          </p:nvPr>
        </p:nvSpPr>
        <p:spPr>
          <a:xfrm>
            <a:off x="304801" y="6015526"/>
            <a:ext cx="11589374"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7" name="Text Placeholder 5">
            <a:extLst>
              <a:ext uri="{FF2B5EF4-FFF2-40B4-BE49-F238E27FC236}">
                <a16:creationId xmlns:a16="http://schemas.microsoft.com/office/drawing/2014/main" id="{42E193F0-2A70-5071-6313-8550582140E4}"/>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1" name="Text Placeholder 8">
            <a:extLst>
              <a:ext uri="{FF2B5EF4-FFF2-40B4-BE49-F238E27FC236}">
                <a16:creationId xmlns:a16="http://schemas.microsoft.com/office/drawing/2014/main" id="{A573B53E-5043-4999-C84B-F4C87139B484}"/>
              </a:ext>
            </a:extLst>
          </p:cNvPr>
          <p:cNvSpPr>
            <a:spLocks noGrp="1"/>
          </p:cNvSpPr>
          <p:nvPr>
            <p:ph type="body" sz="quarter" idx="16" hasCustomPrompt="1"/>
          </p:nvPr>
        </p:nvSpPr>
        <p:spPr>
          <a:xfrm>
            <a:off x="304801" y="851726"/>
            <a:ext cx="11582395"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2" name="Straight Connector 11">
            <a:extLst>
              <a:ext uri="{FF2B5EF4-FFF2-40B4-BE49-F238E27FC236}">
                <a16:creationId xmlns:a16="http://schemas.microsoft.com/office/drawing/2014/main" id="{6A865197-AFA9-4F3A-3C23-CB3D4E5F820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8EEDF527-EFE2-A954-8936-E216B82BC04A}"/>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B767EB82-8928-A43E-C841-BA9E5B2F434C}"/>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5">
            <a:extLst>
              <a:ext uri="{FF2B5EF4-FFF2-40B4-BE49-F238E27FC236}">
                <a16:creationId xmlns:a16="http://schemas.microsoft.com/office/drawing/2014/main" id="{A02934FF-F889-05EE-7D33-8C0119B4865D}"/>
              </a:ext>
            </a:extLst>
          </p:cNvPr>
          <p:cNvSpPr>
            <a:spLocks noGrp="1"/>
          </p:cNvSpPr>
          <p:nvPr>
            <p:ph type="body" sz="quarter" idx="19" hasCustomPrompt="1"/>
          </p:nvPr>
        </p:nvSpPr>
        <p:spPr>
          <a:xfrm>
            <a:off x="304800" y="1360082"/>
            <a:ext cx="2551176" cy="369332"/>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5">
            <a:extLst>
              <a:ext uri="{FF2B5EF4-FFF2-40B4-BE49-F238E27FC236}">
                <a16:creationId xmlns:a16="http://schemas.microsoft.com/office/drawing/2014/main" id="{D5CD92B7-B4EB-E927-76C7-D9179E0F33F5}"/>
              </a:ext>
            </a:extLst>
          </p:cNvPr>
          <p:cNvSpPr>
            <a:spLocks noGrp="1"/>
          </p:cNvSpPr>
          <p:nvPr>
            <p:ph type="body" sz="quarter" idx="20" hasCustomPrompt="1"/>
          </p:nvPr>
        </p:nvSpPr>
        <p:spPr>
          <a:xfrm>
            <a:off x="3317534" y="1360082"/>
            <a:ext cx="2551176" cy="369332"/>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9" name="Text Placeholder 5">
            <a:extLst>
              <a:ext uri="{FF2B5EF4-FFF2-40B4-BE49-F238E27FC236}">
                <a16:creationId xmlns:a16="http://schemas.microsoft.com/office/drawing/2014/main" id="{226378EE-F41F-2AB7-94D5-9DBBB047300A}"/>
              </a:ext>
            </a:extLst>
          </p:cNvPr>
          <p:cNvSpPr>
            <a:spLocks noGrp="1"/>
          </p:cNvSpPr>
          <p:nvPr>
            <p:ph type="body" sz="quarter" idx="21" hasCustomPrompt="1"/>
          </p:nvPr>
        </p:nvSpPr>
        <p:spPr>
          <a:xfrm>
            <a:off x="6330268" y="1360082"/>
            <a:ext cx="2551176" cy="369332"/>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5" name="Content Placeholder 6">
            <a:extLst>
              <a:ext uri="{FF2B5EF4-FFF2-40B4-BE49-F238E27FC236}">
                <a16:creationId xmlns:a16="http://schemas.microsoft.com/office/drawing/2014/main" id="{A4617AC4-A1CD-858C-B194-2186C8BE536D}"/>
              </a:ext>
            </a:extLst>
          </p:cNvPr>
          <p:cNvSpPr>
            <a:spLocks noGrp="1"/>
          </p:cNvSpPr>
          <p:nvPr>
            <p:ph sz="quarter" idx="23"/>
          </p:nvPr>
        </p:nvSpPr>
        <p:spPr>
          <a:xfrm>
            <a:off x="304800" y="1831125"/>
            <a:ext cx="2551176" cy="3659324"/>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6">
            <a:extLst>
              <a:ext uri="{FF2B5EF4-FFF2-40B4-BE49-F238E27FC236}">
                <a16:creationId xmlns:a16="http://schemas.microsoft.com/office/drawing/2014/main" id="{C066BD5D-F967-17AB-30FF-EE04B99C6E91}"/>
              </a:ext>
            </a:extLst>
          </p:cNvPr>
          <p:cNvSpPr>
            <a:spLocks noGrp="1"/>
          </p:cNvSpPr>
          <p:nvPr>
            <p:ph sz="quarter" idx="25"/>
          </p:nvPr>
        </p:nvSpPr>
        <p:spPr>
          <a:xfrm>
            <a:off x="3317532" y="1831125"/>
            <a:ext cx="2551176" cy="3659324"/>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6">
            <a:extLst>
              <a:ext uri="{FF2B5EF4-FFF2-40B4-BE49-F238E27FC236}">
                <a16:creationId xmlns:a16="http://schemas.microsoft.com/office/drawing/2014/main" id="{145F083E-B075-6ABF-2289-2AF924835B48}"/>
              </a:ext>
            </a:extLst>
          </p:cNvPr>
          <p:cNvSpPr>
            <a:spLocks noGrp="1"/>
          </p:cNvSpPr>
          <p:nvPr>
            <p:ph sz="quarter" idx="26"/>
          </p:nvPr>
        </p:nvSpPr>
        <p:spPr>
          <a:xfrm>
            <a:off x="6330265" y="1831125"/>
            <a:ext cx="2551176" cy="3659324"/>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a:extLst>
              <a:ext uri="{FF2B5EF4-FFF2-40B4-BE49-F238E27FC236}">
                <a16:creationId xmlns:a16="http://schemas.microsoft.com/office/drawing/2014/main" id="{C84FEF17-5FCD-55D2-ECCC-2DF66920C5CF}"/>
              </a:ext>
            </a:extLst>
          </p:cNvPr>
          <p:cNvSpPr>
            <a:spLocks noGrp="1"/>
          </p:cNvSpPr>
          <p:nvPr>
            <p:ph type="body" sz="quarter" idx="27" hasCustomPrompt="1"/>
          </p:nvPr>
        </p:nvSpPr>
        <p:spPr>
          <a:xfrm>
            <a:off x="9342999" y="1360082"/>
            <a:ext cx="2551176" cy="369332"/>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9" name="Content Placeholder 6">
            <a:extLst>
              <a:ext uri="{FF2B5EF4-FFF2-40B4-BE49-F238E27FC236}">
                <a16:creationId xmlns:a16="http://schemas.microsoft.com/office/drawing/2014/main" id="{45F5167D-1203-23A0-B9ED-46F6A6503032}"/>
              </a:ext>
            </a:extLst>
          </p:cNvPr>
          <p:cNvSpPr>
            <a:spLocks noGrp="1"/>
          </p:cNvSpPr>
          <p:nvPr>
            <p:ph sz="quarter" idx="28"/>
          </p:nvPr>
        </p:nvSpPr>
        <p:spPr>
          <a:xfrm>
            <a:off x="9342999" y="1831125"/>
            <a:ext cx="2551176" cy="3659324"/>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849926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Vertical 5 Sections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2" name="Straight Arrow Connector 1">
            <a:extLst>
              <a:ext uri="{FF2B5EF4-FFF2-40B4-BE49-F238E27FC236}">
                <a16:creationId xmlns:a16="http://schemas.microsoft.com/office/drawing/2014/main" id="{953108FB-5897-A156-B6B7-007AD9DF13E7}"/>
              </a:ext>
            </a:extLst>
          </p:cNvPr>
          <p:cNvCxnSpPr>
            <a:cxnSpLocks/>
          </p:cNvCxnSpPr>
          <p:nvPr userDrawn="1"/>
        </p:nvCxnSpPr>
        <p:spPr>
          <a:xfrm>
            <a:off x="304800"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7560791-3146-BE38-3D8D-3CDBCAA163C3}"/>
              </a:ext>
            </a:extLst>
          </p:cNvPr>
          <p:cNvCxnSpPr>
            <a:cxnSpLocks/>
          </p:cNvCxnSpPr>
          <p:nvPr userDrawn="1"/>
        </p:nvCxnSpPr>
        <p:spPr>
          <a:xfrm>
            <a:off x="2667762"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8660F4B-6DCD-9276-BE7D-DEF94DD5EF22}"/>
              </a:ext>
            </a:extLst>
          </p:cNvPr>
          <p:cNvCxnSpPr>
            <a:cxnSpLocks/>
          </p:cNvCxnSpPr>
          <p:nvPr userDrawn="1"/>
        </p:nvCxnSpPr>
        <p:spPr>
          <a:xfrm>
            <a:off x="5030724"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65EC31-E51F-78D8-94C3-8E4DD1739E96}"/>
              </a:ext>
            </a:extLst>
          </p:cNvPr>
          <p:cNvCxnSpPr>
            <a:cxnSpLocks/>
          </p:cNvCxnSpPr>
          <p:nvPr userDrawn="1"/>
        </p:nvCxnSpPr>
        <p:spPr>
          <a:xfrm>
            <a:off x="7393686"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1AA78CD-906A-3B68-2AF1-048B6F9394A1}"/>
              </a:ext>
            </a:extLst>
          </p:cNvPr>
          <p:cNvCxnSpPr>
            <a:cxnSpLocks/>
          </p:cNvCxnSpPr>
          <p:nvPr userDrawn="1"/>
        </p:nvCxnSpPr>
        <p:spPr>
          <a:xfrm>
            <a:off x="9756648"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25" name="Text Placeholder 5">
            <a:extLst>
              <a:ext uri="{FF2B5EF4-FFF2-40B4-BE49-F238E27FC236}">
                <a16:creationId xmlns:a16="http://schemas.microsoft.com/office/drawing/2014/main" id="{2BF6FFFA-5DBB-A61A-AA09-B0B08F92275E}"/>
              </a:ext>
            </a:extLst>
          </p:cNvPr>
          <p:cNvSpPr>
            <a:spLocks noGrp="1"/>
          </p:cNvSpPr>
          <p:nvPr>
            <p:ph type="body" sz="quarter" idx="21" hasCustomPrompt="1"/>
          </p:nvPr>
        </p:nvSpPr>
        <p:spPr>
          <a:xfrm>
            <a:off x="9756648" y="852146"/>
            <a:ext cx="213055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28" name="Text Placeholder 5">
            <a:extLst>
              <a:ext uri="{FF2B5EF4-FFF2-40B4-BE49-F238E27FC236}">
                <a16:creationId xmlns:a16="http://schemas.microsoft.com/office/drawing/2014/main" id="{4D37C9F2-D6C3-4983-943E-3DC8B620B183}"/>
              </a:ext>
            </a:extLst>
          </p:cNvPr>
          <p:cNvSpPr>
            <a:spLocks noGrp="1"/>
          </p:cNvSpPr>
          <p:nvPr>
            <p:ph type="body" sz="quarter" idx="22" hasCustomPrompt="1"/>
          </p:nvPr>
        </p:nvSpPr>
        <p:spPr>
          <a:xfrm>
            <a:off x="7393686" y="852146"/>
            <a:ext cx="213055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30" name="Text Placeholder 5">
            <a:extLst>
              <a:ext uri="{FF2B5EF4-FFF2-40B4-BE49-F238E27FC236}">
                <a16:creationId xmlns:a16="http://schemas.microsoft.com/office/drawing/2014/main" id="{F9CD3C3A-6912-862C-0FE1-CCE20E7AA73D}"/>
              </a:ext>
            </a:extLst>
          </p:cNvPr>
          <p:cNvSpPr>
            <a:spLocks noGrp="1"/>
          </p:cNvSpPr>
          <p:nvPr>
            <p:ph type="body" sz="quarter" idx="23" hasCustomPrompt="1"/>
          </p:nvPr>
        </p:nvSpPr>
        <p:spPr>
          <a:xfrm>
            <a:off x="5030724" y="852146"/>
            <a:ext cx="213055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32" name="Text Placeholder 5">
            <a:extLst>
              <a:ext uri="{FF2B5EF4-FFF2-40B4-BE49-F238E27FC236}">
                <a16:creationId xmlns:a16="http://schemas.microsoft.com/office/drawing/2014/main" id="{70D90FC2-A0F9-61AF-616C-4E1DEE0585A9}"/>
              </a:ext>
            </a:extLst>
          </p:cNvPr>
          <p:cNvSpPr>
            <a:spLocks noGrp="1"/>
          </p:cNvSpPr>
          <p:nvPr>
            <p:ph type="body" sz="quarter" idx="24" hasCustomPrompt="1"/>
          </p:nvPr>
        </p:nvSpPr>
        <p:spPr>
          <a:xfrm>
            <a:off x="2667762" y="852146"/>
            <a:ext cx="213055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34" name="Text Placeholder 5">
            <a:extLst>
              <a:ext uri="{FF2B5EF4-FFF2-40B4-BE49-F238E27FC236}">
                <a16:creationId xmlns:a16="http://schemas.microsoft.com/office/drawing/2014/main" id="{8B7965E5-A0B0-D90D-8F5E-25A71B5CA5C5}"/>
              </a:ext>
            </a:extLst>
          </p:cNvPr>
          <p:cNvSpPr>
            <a:spLocks noGrp="1"/>
          </p:cNvSpPr>
          <p:nvPr>
            <p:ph type="body" sz="quarter" idx="25" hasCustomPrompt="1"/>
          </p:nvPr>
        </p:nvSpPr>
        <p:spPr>
          <a:xfrm>
            <a:off x="304800" y="852146"/>
            <a:ext cx="213055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9">
            <a:extLst>
              <a:ext uri="{FF2B5EF4-FFF2-40B4-BE49-F238E27FC236}">
                <a16:creationId xmlns:a16="http://schemas.microsoft.com/office/drawing/2014/main" id="{060339D5-4C53-2A17-A5C3-F1DB29A43CF3}"/>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0" name="Text Placeholder 5">
            <a:extLst>
              <a:ext uri="{FF2B5EF4-FFF2-40B4-BE49-F238E27FC236}">
                <a16:creationId xmlns:a16="http://schemas.microsoft.com/office/drawing/2014/main" id="{FB4A3657-CB42-7801-842C-6CB640079E06}"/>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2" name="Straight Connector 11">
            <a:extLst>
              <a:ext uri="{FF2B5EF4-FFF2-40B4-BE49-F238E27FC236}">
                <a16:creationId xmlns:a16="http://schemas.microsoft.com/office/drawing/2014/main" id="{683E30CB-DCD0-84AC-863B-1449840E0304}"/>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12457739-6A5D-6461-16ED-A6DB2AA5A43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0B7F971-6D16-3919-C7E5-DC19FE0BCB7B}"/>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6" name="Content Placeholder 13">
            <a:extLst>
              <a:ext uri="{FF2B5EF4-FFF2-40B4-BE49-F238E27FC236}">
                <a16:creationId xmlns:a16="http://schemas.microsoft.com/office/drawing/2014/main" id="{0EEE4F43-5AAF-15C7-AD1F-B8D6600EC2A2}"/>
              </a:ext>
            </a:extLst>
          </p:cNvPr>
          <p:cNvSpPr>
            <a:spLocks noGrp="1"/>
          </p:cNvSpPr>
          <p:nvPr>
            <p:ph sz="quarter" idx="31"/>
          </p:nvPr>
        </p:nvSpPr>
        <p:spPr>
          <a:xfrm>
            <a:off x="304800" y="1343280"/>
            <a:ext cx="2130552"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FDC958EE-5E97-6A1F-AE45-142F3E8445C7}"/>
              </a:ext>
            </a:extLst>
          </p:cNvPr>
          <p:cNvSpPr>
            <a:spLocks noGrp="1"/>
          </p:cNvSpPr>
          <p:nvPr>
            <p:ph sz="quarter" idx="33"/>
          </p:nvPr>
        </p:nvSpPr>
        <p:spPr>
          <a:xfrm>
            <a:off x="2667762" y="1343280"/>
            <a:ext cx="2130552"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3">
            <a:extLst>
              <a:ext uri="{FF2B5EF4-FFF2-40B4-BE49-F238E27FC236}">
                <a16:creationId xmlns:a16="http://schemas.microsoft.com/office/drawing/2014/main" id="{615CCEBA-ECD7-5071-0DB3-58CD8178D406}"/>
              </a:ext>
            </a:extLst>
          </p:cNvPr>
          <p:cNvSpPr>
            <a:spLocks noGrp="1"/>
          </p:cNvSpPr>
          <p:nvPr>
            <p:ph sz="quarter" idx="34"/>
          </p:nvPr>
        </p:nvSpPr>
        <p:spPr>
          <a:xfrm>
            <a:off x="5030724" y="1343280"/>
            <a:ext cx="2130552"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3">
            <a:extLst>
              <a:ext uri="{FF2B5EF4-FFF2-40B4-BE49-F238E27FC236}">
                <a16:creationId xmlns:a16="http://schemas.microsoft.com/office/drawing/2014/main" id="{AAD20CE4-9A69-11DF-9809-5417D5F28987}"/>
              </a:ext>
            </a:extLst>
          </p:cNvPr>
          <p:cNvSpPr>
            <a:spLocks noGrp="1"/>
          </p:cNvSpPr>
          <p:nvPr>
            <p:ph sz="quarter" idx="35"/>
          </p:nvPr>
        </p:nvSpPr>
        <p:spPr>
          <a:xfrm>
            <a:off x="7393686" y="1343280"/>
            <a:ext cx="2130552"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3">
            <a:extLst>
              <a:ext uri="{FF2B5EF4-FFF2-40B4-BE49-F238E27FC236}">
                <a16:creationId xmlns:a16="http://schemas.microsoft.com/office/drawing/2014/main" id="{890DBB24-5040-A418-A843-49104EC4E358}"/>
              </a:ext>
            </a:extLst>
          </p:cNvPr>
          <p:cNvSpPr>
            <a:spLocks noGrp="1"/>
          </p:cNvSpPr>
          <p:nvPr>
            <p:ph sz="quarter" idx="36"/>
          </p:nvPr>
        </p:nvSpPr>
        <p:spPr>
          <a:xfrm>
            <a:off x="9756648" y="1343280"/>
            <a:ext cx="2130552" cy="4087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206945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Quadrants Slide">
    <p:bg>
      <p:bgPr>
        <a:solidFill>
          <a:schemeClr val="bg1"/>
        </a:solidFill>
        <a:effectLst/>
      </p:bgPr>
    </p:bg>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6E80F33D-0AE0-C185-8CB8-DE5C22D4F42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6"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p:nvPr>
        </p:nvSpPr>
        <p:spPr>
          <a:xfrm>
            <a:off x="304800" y="852146"/>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sp>
        <p:nvSpPr>
          <p:cNvPr id="17" name="Text Placeholder 5">
            <a:extLst>
              <a:ext uri="{FF2B5EF4-FFF2-40B4-BE49-F238E27FC236}">
                <a16:creationId xmlns:a16="http://schemas.microsoft.com/office/drawing/2014/main" id="{C34FB1B2-12A8-A89C-D336-3C9E4D0A5E9E}"/>
              </a:ext>
            </a:extLst>
          </p:cNvPr>
          <p:cNvSpPr>
            <a:spLocks noGrp="1"/>
          </p:cNvSpPr>
          <p:nvPr>
            <p:ph type="body" sz="quarter" idx="18"/>
          </p:nvPr>
        </p:nvSpPr>
        <p:spPr>
          <a:xfrm>
            <a:off x="6208776" y="852146"/>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sp>
        <p:nvSpPr>
          <p:cNvPr id="18" name="Text Placeholder 5">
            <a:extLst>
              <a:ext uri="{FF2B5EF4-FFF2-40B4-BE49-F238E27FC236}">
                <a16:creationId xmlns:a16="http://schemas.microsoft.com/office/drawing/2014/main" id="{7EFC7A35-332B-97FA-7914-DA1F5D4F2954}"/>
              </a:ext>
            </a:extLst>
          </p:cNvPr>
          <p:cNvSpPr>
            <a:spLocks noGrp="1"/>
          </p:cNvSpPr>
          <p:nvPr>
            <p:ph type="body" sz="quarter" idx="19"/>
          </p:nvPr>
        </p:nvSpPr>
        <p:spPr>
          <a:xfrm>
            <a:off x="304800" y="3382457"/>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E95E9CE0-6A47-B14A-CDCE-6D049E91344D}"/>
              </a:ext>
            </a:extLst>
          </p:cNvPr>
          <p:cNvSpPr>
            <a:spLocks noGrp="1"/>
          </p:cNvSpPr>
          <p:nvPr>
            <p:ph type="body" sz="quarter" idx="20"/>
          </p:nvPr>
        </p:nvSpPr>
        <p:spPr>
          <a:xfrm>
            <a:off x="6208776" y="3382457"/>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sp>
        <p:nvSpPr>
          <p:cNvPr id="8" name="Text Placeholder 9">
            <a:extLst>
              <a:ext uri="{FF2B5EF4-FFF2-40B4-BE49-F238E27FC236}">
                <a16:creationId xmlns:a16="http://schemas.microsoft.com/office/drawing/2014/main" id="{ADB73AF1-068C-3498-4674-6E09467A374C}"/>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22" name="Text Placeholder 5">
            <a:extLst>
              <a:ext uri="{FF2B5EF4-FFF2-40B4-BE49-F238E27FC236}">
                <a16:creationId xmlns:a16="http://schemas.microsoft.com/office/drawing/2014/main" id="{29FC4F77-CAD4-7179-E45A-7882B3804470}"/>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2" name="Straight Connector 1">
            <a:extLst>
              <a:ext uri="{FF2B5EF4-FFF2-40B4-BE49-F238E27FC236}">
                <a16:creationId xmlns:a16="http://schemas.microsoft.com/office/drawing/2014/main" id="{E7238D87-DBAE-8710-D23C-54287C6E0823}"/>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8273401-C0E0-BE11-CBA6-70F0D10D7BF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538D90DE-D4F8-4E1C-9598-1C0E8E2C4E69}"/>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15" name="Text Placeholder 14">
            <a:extLst>
              <a:ext uri="{FF2B5EF4-FFF2-40B4-BE49-F238E27FC236}">
                <a16:creationId xmlns:a16="http://schemas.microsoft.com/office/drawing/2014/main" id="{A926352E-6FA5-BF3E-C61A-1F4AFDEFCC7F}"/>
              </a:ext>
            </a:extLst>
          </p:cNvPr>
          <p:cNvSpPr>
            <a:spLocks noGrp="1"/>
          </p:cNvSpPr>
          <p:nvPr>
            <p:ph type="body" sz="quarter" idx="25" hasCustomPrompt="1"/>
          </p:nvPr>
        </p:nvSpPr>
        <p:spPr>
          <a:xfrm>
            <a:off x="304800" y="1315719"/>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4">
            <a:extLst>
              <a:ext uri="{FF2B5EF4-FFF2-40B4-BE49-F238E27FC236}">
                <a16:creationId xmlns:a16="http://schemas.microsoft.com/office/drawing/2014/main" id="{E934D200-0168-2A4B-EC5A-16000A03C702}"/>
              </a:ext>
            </a:extLst>
          </p:cNvPr>
          <p:cNvSpPr>
            <a:spLocks noGrp="1"/>
          </p:cNvSpPr>
          <p:nvPr>
            <p:ph type="body" sz="quarter" idx="26" hasCustomPrompt="1"/>
          </p:nvPr>
        </p:nvSpPr>
        <p:spPr>
          <a:xfrm>
            <a:off x="6208776" y="1315719"/>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14">
            <a:extLst>
              <a:ext uri="{FF2B5EF4-FFF2-40B4-BE49-F238E27FC236}">
                <a16:creationId xmlns:a16="http://schemas.microsoft.com/office/drawing/2014/main" id="{4C88F405-53F2-236E-4263-A3EBEDC94298}"/>
              </a:ext>
            </a:extLst>
          </p:cNvPr>
          <p:cNvSpPr>
            <a:spLocks noGrp="1"/>
          </p:cNvSpPr>
          <p:nvPr>
            <p:ph type="body" sz="quarter" idx="27" hasCustomPrompt="1"/>
          </p:nvPr>
        </p:nvSpPr>
        <p:spPr>
          <a:xfrm>
            <a:off x="6208776" y="3848474"/>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14">
            <a:extLst>
              <a:ext uri="{FF2B5EF4-FFF2-40B4-BE49-F238E27FC236}">
                <a16:creationId xmlns:a16="http://schemas.microsoft.com/office/drawing/2014/main" id="{FBA08650-B097-6F12-F6B0-2CF18AE0C9BB}"/>
              </a:ext>
            </a:extLst>
          </p:cNvPr>
          <p:cNvSpPr>
            <a:spLocks noGrp="1"/>
          </p:cNvSpPr>
          <p:nvPr>
            <p:ph type="body" sz="quarter" idx="28" hasCustomPrompt="1"/>
          </p:nvPr>
        </p:nvSpPr>
        <p:spPr>
          <a:xfrm>
            <a:off x="304800" y="3848474"/>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57392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s] Secondary Title Slide + 4 Quadrants">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6"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p:nvPr>
        </p:nvSpPr>
        <p:spPr>
          <a:xfrm>
            <a:off x="304800" y="1391086"/>
            <a:ext cx="5678424" cy="338328"/>
          </a:xfrm>
          <a:prstGeom prst="rect">
            <a:avLst/>
          </a:prstGeom>
        </p:spPr>
        <p:txBody>
          <a:bodyPr lIns="0" tIns="0" rIns="0" bIns="0" anchor="b">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sp>
        <p:nvSpPr>
          <p:cNvPr id="17" name="Text Placeholder 5">
            <a:extLst>
              <a:ext uri="{FF2B5EF4-FFF2-40B4-BE49-F238E27FC236}">
                <a16:creationId xmlns:a16="http://schemas.microsoft.com/office/drawing/2014/main" id="{C34FB1B2-12A8-A89C-D336-3C9E4D0A5E9E}"/>
              </a:ext>
            </a:extLst>
          </p:cNvPr>
          <p:cNvSpPr>
            <a:spLocks noGrp="1"/>
          </p:cNvSpPr>
          <p:nvPr>
            <p:ph type="body" sz="quarter" idx="18"/>
          </p:nvPr>
        </p:nvSpPr>
        <p:spPr>
          <a:xfrm>
            <a:off x="6208776" y="1391086"/>
            <a:ext cx="5678424" cy="338328"/>
          </a:xfrm>
          <a:prstGeom prst="rect">
            <a:avLst/>
          </a:prstGeom>
        </p:spPr>
        <p:txBody>
          <a:bodyPr lIns="0" tIns="0" rIns="0" bIns="0" anchor="b">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sp>
        <p:nvSpPr>
          <p:cNvPr id="18" name="Text Placeholder 5">
            <a:extLst>
              <a:ext uri="{FF2B5EF4-FFF2-40B4-BE49-F238E27FC236}">
                <a16:creationId xmlns:a16="http://schemas.microsoft.com/office/drawing/2014/main" id="{7EFC7A35-332B-97FA-7914-DA1F5D4F2954}"/>
              </a:ext>
            </a:extLst>
          </p:cNvPr>
          <p:cNvSpPr>
            <a:spLocks noGrp="1"/>
          </p:cNvSpPr>
          <p:nvPr>
            <p:ph type="body" sz="quarter" idx="19"/>
          </p:nvPr>
        </p:nvSpPr>
        <p:spPr>
          <a:xfrm>
            <a:off x="304800" y="3495173"/>
            <a:ext cx="5678424" cy="338328"/>
          </a:xfrm>
          <a:prstGeom prst="rect">
            <a:avLst/>
          </a:prstGeom>
        </p:spPr>
        <p:txBody>
          <a:bodyPr lIns="0" tIns="0" rIns="0" bIns="0" anchor="b">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E95E9CE0-6A47-B14A-CDCE-6D049E91344D}"/>
              </a:ext>
            </a:extLst>
          </p:cNvPr>
          <p:cNvSpPr>
            <a:spLocks noGrp="1"/>
          </p:cNvSpPr>
          <p:nvPr>
            <p:ph type="body" sz="quarter" idx="20"/>
          </p:nvPr>
        </p:nvSpPr>
        <p:spPr>
          <a:xfrm>
            <a:off x="6208776" y="3495173"/>
            <a:ext cx="5678424" cy="338328"/>
          </a:xfrm>
          <a:prstGeom prst="rect">
            <a:avLst/>
          </a:prstGeom>
        </p:spPr>
        <p:txBody>
          <a:bodyPr lIns="0" tIns="0" rIns="0" bIns="0" anchor="b">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a:t>Click to edit Master text styles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1802255"/>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A605447-D2DA-5254-51B5-5B459E3809E7}"/>
              </a:ext>
            </a:extLst>
          </p:cNvPr>
          <p:cNvCxnSpPr>
            <a:cxnSpLocks/>
          </p:cNvCxnSpPr>
          <p:nvPr userDrawn="1"/>
        </p:nvCxnSpPr>
        <p:spPr>
          <a:xfrm>
            <a:off x="6208776" y="1802255"/>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24" name="Chart Placeholder 8">
            <a:extLst>
              <a:ext uri="{FF2B5EF4-FFF2-40B4-BE49-F238E27FC236}">
                <a16:creationId xmlns:a16="http://schemas.microsoft.com/office/drawing/2014/main" id="{902C666E-A5B4-8C70-2242-ECEC2FAB64CD}"/>
              </a:ext>
            </a:extLst>
          </p:cNvPr>
          <p:cNvSpPr>
            <a:spLocks noGrp="1"/>
          </p:cNvSpPr>
          <p:nvPr>
            <p:ph type="chart" sz="quarter" idx="24"/>
          </p:nvPr>
        </p:nvSpPr>
        <p:spPr>
          <a:xfrm>
            <a:off x="304800" y="3985836"/>
            <a:ext cx="5678424" cy="1557265"/>
          </a:xfrm>
          <a:prstGeom prst="rect">
            <a:avLst/>
          </a:prstGeom>
        </p:spPr>
        <p:txBody>
          <a:bodyPr/>
          <a:lstStyle/>
          <a:p>
            <a:r>
              <a:rPr lang="en-US"/>
              <a:t>Click icon to add chart</a:t>
            </a:r>
            <a:endParaRPr lang="en-BR"/>
          </a:p>
        </p:txBody>
      </p:sp>
      <p:sp>
        <p:nvSpPr>
          <p:cNvPr id="25" name="Chart Placeholder 8">
            <a:extLst>
              <a:ext uri="{FF2B5EF4-FFF2-40B4-BE49-F238E27FC236}">
                <a16:creationId xmlns:a16="http://schemas.microsoft.com/office/drawing/2014/main" id="{2551740E-B18A-E919-B252-759559055A93}"/>
              </a:ext>
            </a:extLst>
          </p:cNvPr>
          <p:cNvSpPr>
            <a:spLocks noGrp="1"/>
          </p:cNvSpPr>
          <p:nvPr>
            <p:ph type="chart" sz="quarter" idx="25"/>
          </p:nvPr>
        </p:nvSpPr>
        <p:spPr>
          <a:xfrm>
            <a:off x="6208776" y="3985836"/>
            <a:ext cx="5678424" cy="1557265"/>
          </a:xfrm>
          <a:prstGeom prst="rect">
            <a:avLst/>
          </a:prstGeom>
        </p:spPr>
        <p:txBody>
          <a:bodyPr/>
          <a:lstStyle/>
          <a:p>
            <a:r>
              <a:rPr lang="en-US"/>
              <a:t>Click icon to add chart</a:t>
            </a:r>
            <a:endParaRPr lang="en-BR"/>
          </a:p>
        </p:txBody>
      </p:sp>
      <p:sp>
        <p:nvSpPr>
          <p:cNvPr id="26" name="Chart Placeholder 8">
            <a:extLst>
              <a:ext uri="{FF2B5EF4-FFF2-40B4-BE49-F238E27FC236}">
                <a16:creationId xmlns:a16="http://schemas.microsoft.com/office/drawing/2014/main" id="{E5F34E59-861E-DF94-A855-F82C185D8D8C}"/>
              </a:ext>
            </a:extLst>
          </p:cNvPr>
          <p:cNvSpPr>
            <a:spLocks noGrp="1"/>
          </p:cNvSpPr>
          <p:nvPr>
            <p:ph type="chart" sz="quarter" idx="26"/>
          </p:nvPr>
        </p:nvSpPr>
        <p:spPr>
          <a:xfrm>
            <a:off x="304800" y="1881749"/>
            <a:ext cx="5678424" cy="1557265"/>
          </a:xfrm>
          <a:prstGeom prst="rect">
            <a:avLst/>
          </a:prstGeom>
        </p:spPr>
        <p:txBody>
          <a:bodyPr/>
          <a:lstStyle/>
          <a:p>
            <a:r>
              <a:rPr lang="en-US"/>
              <a:t>Click icon to add chart</a:t>
            </a:r>
            <a:endParaRPr lang="en-BR"/>
          </a:p>
        </p:txBody>
      </p:sp>
      <p:sp>
        <p:nvSpPr>
          <p:cNvPr id="27" name="Chart Placeholder 8">
            <a:extLst>
              <a:ext uri="{FF2B5EF4-FFF2-40B4-BE49-F238E27FC236}">
                <a16:creationId xmlns:a16="http://schemas.microsoft.com/office/drawing/2014/main" id="{CCCC057D-6C94-DDD6-A6B7-903A1CDB736D}"/>
              </a:ext>
            </a:extLst>
          </p:cNvPr>
          <p:cNvSpPr>
            <a:spLocks noGrp="1"/>
          </p:cNvSpPr>
          <p:nvPr>
            <p:ph type="chart" sz="quarter" idx="27"/>
          </p:nvPr>
        </p:nvSpPr>
        <p:spPr>
          <a:xfrm>
            <a:off x="6208776" y="1881749"/>
            <a:ext cx="5678424" cy="1557265"/>
          </a:xfrm>
          <a:prstGeom prst="rect">
            <a:avLst/>
          </a:prstGeom>
        </p:spPr>
        <p:txBody>
          <a:bodyPr/>
          <a:lstStyle/>
          <a:p>
            <a:r>
              <a:rPr lang="en-US"/>
              <a:t>Click icon to add chart</a:t>
            </a:r>
            <a:endParaRPr lang="en-BR"/>
          </a:p>
        </p:txBody>
      </p:sp>
      <p:sp>
        <p:nvSpPr>
          <p:cNvPr id="8" name="Text Placeholder 9">
            <a:extLst>
              <a:ext uri="{FF2B5EF4-FFF2-40B4-BE49-F238E27FC236}">
                <a16:creationId xmlns:a16="http://schemas.microsoft.com/office/drawing/2014/main" id="{D2A87704-A1BA-1D9E-B482-992C53457FC6}"/>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20" name="Text Placeholder 5">
            <a:extLst>
              <a:ext uri="{FF2B5EF4-FFF2-40B4-BE49-F238E27FC236}">
                <a16:creationId xmlns:a16="http://schemas.microsoft.com/office/drawing/2014/main" id="{D0866B99-6FAC-CC14-5F1C-6F638F1C0B0E}"/>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28" name="Text Placeholder 8">
            <a:extLst>
              <a:ext uri="{FF2B5EF4-FFF2-40B4-BE49-F238E27FC236}">
                <a16:creationId xmlns:a16="http://schemas.microsoft.com/office/drawing/2014/main" id="{10988874-A769-7D8E-BAAA-FA8D6473533E}"/>
              </a:ext>
            </a:extLst>
          </p:cNvPr>
          <p:cNvSpPr>
            <a:spLocks noGrp="1"/>
          </p:cNvSpPr>
          <p:nvPr>
            <p:ph type="body" sz="quarter" idx="16" hasCustomPrompt="1"/>
          </p:nvPr>
        </p:nvSpPr>
        <p:spPr>
          <a:xfrm>
            <a:off x="304800" y="852146"/>
            <a:ext cx="11582401"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9" name="Straight Connector 28">
            <a:extLst>
              <a:ext uri="{FF2B5EF4-FFF2-40B4-BE49-F238E27FC236}">
                <a16:creationId xmlns:a16="http://schemas.microsoft.com/office/drawing/2014/main" id="{873AF454-2FE6-86CD-B8E4-8B571453823A}"/>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15C38676-08C0-650F-960C-01CB18F24DB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575FC233-3C57-DE32-A53F-77AEB7D83B64}"/>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42929308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Graph] Title Slide + 4 Quadrants">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Text Placeholder 9">
            <a:extLst>
              <a:ext uri="{FF2B5EF4-FFF2-40B4-BE49-F238E27FC236}">
                <a16:creationId xmlns:a16="http://schemas.microsoft.com/office/drawing/2014/main" id="{117CB3B2-BAFB-B943-5A68-87E089258602}"/>
              </a:ext>
            </a:extLst>
          </p:cNvPr>
          <p:cNvSpPr>
            <a:spLocks noGrp="1"/>
          </p:cNvSpPr>
          <p:nvPr>
            <p:ph type="body" sz="quarter" idx="13" hasCustomPrompt="1"/>
          </p:nvPr>
        </p:nvSpPr>
        <p:spPr>
          <a:xfrm>
            <a:off x="304800"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8" name="Text Placeholder 5">
            <a:extLst>
              <a:ext uri="{FF2B5EF4-FFF2-40B4-BE49-F238E27FC236}">
                <a16:creationId xmlns:a16="http://schemas.microsoft.com/office/drawing/2014/main" id="{9427B6D8-6544-5ED2-D47B-5D3D59319F08}"/>
              </a:ext>
            </a:extLst>
          </p:cNvPr>
          <p:cNvSpPr>
            <a:spLocks noGrp="1"/>
          </p:cNvSpPr>
          <p:nvPr>
            <p:ph type="body" sz="quarter" idx="12" hasCustomPrompt="1"/>
          </p:nvPr>
        </p:nvSpPr>
        <p:spPr>
          <a:xfrm>
            <a:off x="304800" y="305089"/>
            <a:ext cx="7623663" cy="338328"/>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24" name="Straight Connector 23">
            <a:extLst>
              <a:ext uri="{FF2B5EF4-FFF2-40B4-BE49-F238E27FC236}">
                <a16:creationId xmlns:a16="http://schemas.microsoft.com/office/drawing/2014/main" id="{16ABAE25-6C8B-70E8-A9AB-348DD81C135B}"/>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8AC7B56C-0C55-9EFF-08AB-EE96EFDE10C1}"/>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83489FDA-1F5E-4CD5-0299-1389D393AAF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cxnSp>
        <p:nvCxnSpPr>
          <p:cNvPr id="7" name="Straight Arrow Connector 6">
            <a:extLst>
              <a:ext uri="{FF2B5EF4-FFF2-40B4-BE49-F238E27FC236}">
                <a16:creationId xmlns:a16="http://schemas.microsoft.com/office/drawing/2014/main" id="{BCA1900D-6CE6-B296-BF86-978AF3A3BA63}"/>
              </a:ext>
            </a:extLst>
          </p:cNvPr>
          <p:cNvCxnSpPr>
            <a:cxnSpLocks/>
          </p:cNvCxnSpPr>
          <p:nvPr userDrawn="1"/>
        </p:nvCxnSpPr>
        <p:spPr>
          <a:xfrm>
            <a:off x="304800"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6321CFF-5D01-D139-09E6-BD9399022715}"/>
              </a:ext>
            </a:extLst>
          </p:cNvPr>
          <p:cNvCxnSpPr>
            <a:cxnSpLocks/>
          </p:cNvCxnSpPr>
          <p:nvPr userDrawn="1"/>
        </p:nvCxnSpPr>
        <p:spPr>
          <a:xfrm>
            <a:off x="6208776"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3" name="Text Placeholder 5">
            <a:extLst>
              <a:ext uri="{FF2B5EF4-FFF2-40B4-BE49-F238E27FC236}">
                <a16:creationId xmlns:a16="http://schemas.microsoft.com/office/drawing/2014/main" id="{38FA9F2C-45F6-C178-FF16-2370FF4CBB43}"/>
              </a:ext>
            </a:extLst>
          </p:cNvPr>
          <p:cNvSpPr>
            <a:spLocks noGrp="1"/>
          </p:cNvSpPr>
          <p:nvPr>
            <p:ph type="body" sz="quarter" idx="25" hasCustomPrompt="1"/>
          </p:nvPr>
        </p:nvSpPr>
        <p:spPr>
          <a:xfrm>
            <a:off x="304800" y="852146"/>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4" name="Text Placeholder 5">
            <a:extLst>
              <a:ext uri="{FF2B5EF4-FFF2-40B4-BE49-F238E27FC236}">
                <a16:creationId xmlns:a16="http://schemas.microsoft.com/office/drawing/2014/main" id="{EA881065-A711-BA69-D338-61848B829B8E}"/>
              </a:ext>
            </a:extLst>
          </p:cNvPr>
          <p:cNvSpPr>
            <a:spLocks noGrp="1"/>
          </p:cNvSpPr>
          <p:nvPr>
            <p:ph type="body" sz="quarter" idx="26" hasCustomPrompt="1"/>
          </p:nvPr>
        </p:nvSpPr>
        <p:spPr>
          <a:xfrm>
            <a:off x="6208776" y="852146"/>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5" name="Text Placeholder 5">
            <a:extLst>
              <a:ext uri="{FF2B5EF4-FFF2-40B4-BE49-F238E27FC236}">
                <a16:creationId xmlns:a16="http://schemas.microsoft.com/office/drawing/2014/main" id="{85827110-6010-44D2-E4CC-BA9F84118CBC}"/>
              </a:ext>
            </a:extLst>
          </p:cNvPr>
          <p:cNvSpPr>
            <a:spLocks noGrp="1"/>
          </p:cNvSpPr>
          <p:nvPr>
            <p:ph type="body" sz="quarter" idx="27" hasCustomPrompt="1"/>
          </p:nvPr>
        </p:nvSpPr>
        <p:spPr>
          <a:xfrm>
            <a:off x="304800" y="3382457"/>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22" name="Text Placeholder 5">
            <a:extLst>
              <a:ext uri="{FF2B5EF4-FFF2-40B4-BE49-F238E27FC236}">
                <a16:creationId xmlns:a16="http://schemas.microsoft.com/office/drawing/2014/main" id="{5AEE9E43-36CE-6F20-14DD-51145892FDCE}"/>
              </a:ext>
            </a:extLst>
          </p:cNvPr>
          <p:cNvSpPr>
            <a:spLocks noGrp="1"/>
          </p:cNvSpPr>
          <p:nvPr>
            <p:ph type="body" sz="quarter" idx="28" hasCustomPrompt="1"/>
          </p:nvPr>
        </p:nvSpPr>
        <p:spPr>
          <a:xfrm>
            <a:off x="6208776" y="3382456"/>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3" name="Chart Placeholder 8">
            <a:extLst>
              <a:ext uri="{FF2B5EF4-FFF2-40B4-BE49-F238E27FC236}">
                <a16:creationId xmlns:a16="http://schemas.microsoft.com/office/drawing/2014/main" id="{3E0B4C44-25C3-1F6B-4721-6F8444CC318A}"/>
              </a:ext>
            </a:extLst>
          </p:cNvPr>
          <p:cNvSpPr>
            <a:spLocks noGrp="1"/>
          </p:cNvSpPr>
          <p:nvPr>
            <p:ph type="chart" sz="quarter" idx="29"/>
          </p:nvPr>
        </p:nvSpPr>
        <p:spPr>
          <a:xfrm>
            <a:off x="304800" y="1315719"/>
            <a:ext cx="5678424" cy="1698810"/>
          </a:xfrm>
          <a:prstGeom prst="rect">
            <a:avLst/>
          </a:prstGeom>
        </p:spPr>
        <p:txBody>
          <a:bodyPr/>
          <a:lstStyle/>
          <a:p>
            <a:r>
              <a:rPr lang="en-US"/>
              <a:t>Click icon to add chart</a:t>
            </a:r>
            <a:endParaRPr lang="en-BR"/>
          </a:p>
        </p:txBody>
      </p:sp>
      <p:sp>
        <p:nvSpPr>
          <p:cNvPr id="25" name="Chart Placeholder 8">
            <a:extLst>
              <a:ext uri="{FF2B5EF4-FFF2-40B4-BE49-F238E27FC236}">
                <a16:creationId xmlns:a16="http://schemas.microsoft.com/office/drawing/2014/main" id="{C065EEE6-E539-5EB1-9FB1-A59AB2E88AA9}"/>
              </a:ext>
            </a:extLst>
          </p:cNvPr>
          <p:cNvSpPr>
            <a:spLocks noGrp="1"/>
          </p:cNvSpPr>
          <p:nvPr>
            <p:ph type="chart" sz="quarter" idx="30"/>
          </p:nvPr>
        </p:nvSpPr>
        <p:spPr>
          <a:xfrm>
            <a:off x="6208776" y="1315719"/>
            <a:ext cx="5678424" cy="1698810"/>
          </a:xfrm>
          <a:prstGeom prst="rect">
            <a:avLst/>
          </a:prstGeom>
        </p:spPr>
        <p:txBody>
          <a:bodyPr/>
          <a:lstStyle/>
          <a:p>
            <a:r>
              <a:rPr lang="en-US"/>
              <a:t>Click icon to add chart</a:t>
            </a:r>
            <a:endParaRPr lang="en-BR"/>
          </a:p>
        </p:txBody>
      </p:sp>
      <p:sp>
        <p:nvSpPr>
          <p:cNvPr id="26" name="Chart Placeholder 8">
            <a:extLst>
              <a:ext uri="{FF2B5EF4-FFF2-40B4-BE49-F238E27FC236}">
                <a16:creationId xmlns:a16="http://schemas.microsoft.com/office/drawing/2014/main" id="{B1BBF076-57E7-8AA1-35AA-ED10752E151C}"/>
              </a:ext>
            </a:extLst>
          </p:cNvPr>
          <p:cNvSpPr>
            <a:spLocks noGrp="1"/>
          </p:cNvSpPr>
          <p:nvPr>
            <p:ph type="chart" sz="quarter" idx="31"/>
          </p:nvPr>
        </p:nvSpPr>
        <p:spPr>
          <a:xfrm>
            <a:off x="304800" y="3848474"/>
            <a:ext cx="5678424" cy="1698810"/>
          </a:xfrm>
          <a:prstGeom prst="rect">
            <a:avLst/>
          </a:prstGeom>
        </p:spPr>
        <p:txBody>
          <a:bodyPr/>
          <a:lstStyle/>
          <a:p>
            <a:r>
              <a:rPr lang="en-US"/>
              <a:t>Click icon to add chart</a:t>
            </a:r>
            <a:endParaRPr lang="en-BR"/>
          </a:p>
        </p:txBody>
      </p:sp>
      <p:sp>
        <p:nvSpPr>
          <p:cNvPr id="27" name="Chart Placeholder 8">
            <a:extLst>
              <a:ext uri="{FF2B5EF4-FFF2-40B4-BE49-F238E27FC236}">
                <a16:creationId xmlns:a16="http://schemas.microsoft.com/office/drawing/2014/main" id="{46241C14-C02E-3C06-5783-0B4D98F035BA}"/>
              </a:ext>
            </a:extLst>
          </p:cNvPr>
          <p:cNvSpPr>
            <a:spLocks noGrp="1"/>
          </p:cNvSpPr>
          <p:nvPr>
            <p:ph type="chart" sz="quarter" idx="32"/>
          </p:nvPr>
        </p:nvSpPr>
        <p:spPr>
          <a:xfrm>
            <a:off x="6208776" y="3848474"/>
            <a:ext cx="5678424" cy="1698810"/>
          </a:xfrm>
          <a:prstGeom prst="rect">
            <a:avLst/>
          </a:prstGeom>
        </p:spPr>
        <p:txBody>
          <a:bodyPr/>
          <a:lstStyle/>
          <a:p>
            <a:r>
              <a:rPr lang="en-US"/>
              <a:t>Click icon to add chart</a:t>
            </a:r>
            <a:endParaRPr lang="en-BR"/>
          </a:p>
        </p:txBody>
      </p:sp>
    </p:spTree>
    <p:extLst>
      <p:ext uri="{BB962C8B-B14F-4D97-AF65-F5344CB8AC3E}">
        <p14:creationId xmlns:p14="http://schemas.microsoft.com/office/powerpoint/2010/main" val="7709954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 3 Quadrants">
    <p:bg>
      <p:bgPr>
        <a:solidFill>
          <a:schemeClr val="bg1"/>
        </a:solidFill>
        <a:effectLst/>
      </p:bgPr>
    </p:bg>
    <p:spTree>
      <p:nvGrpSpPr>
        <p:cNvPr id="1" name=""/>
        <p:cNvGrpSpPr/>
        <p:nvPr/>
      </p:nvGrpSpPr>
      <p:grpSpPr>
        <a:xfrm>
          <a:off x="0" y="0"/>
          <a:ext cx="0" cy="0"/>
          <a:chOff x="0" y="0"/>
          <a:chExt cx="0" cy="0"/>
        </a:xfrm>
      </p:grpSpPr>
      <p:sp>
        <p:nvSpPr>
          <p:cNvPr id="19" name="Text Placeholder 5">
            <a:extLst>
              <a:ext uri="{FF2B5EF4-FFF2-40B4-BE49-F238E27FC236}">
                <a16:creationId xmlns:a16="http://schemas.microsoft.com/office/drawing/2014/main" id="{E95E9CE0-6A47-B14A-CDCE-6D049E91344D}"/>
              </a:ext>
            </a:extLst>
          </p:cNvPr>
          <p:cNvSpPr>
            <a:spLocks noGrp="1"/>
          </p:cNvSpPr>
          <p:nvPr>
            <p:ph type="body" sz="quarter" idx="20" hasCustomPrompt="1"/>
          </p:nvPr>
        </p:nvSpPr>
        <p:spPr>
          <a:xfrm>
            <a:off x="304800" y="3122843"/>
            <a:ext cx="5678424"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353401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6" y="353401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0" y="852146"/>
            <a:ext cx="11585448"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8" name="Text Placeholder 5">
            <a:extLst>
              <a:ext uri="{FF2B5EF4-FFF2-40B4-BE49-F238E27FC236}">
                <a16:creationId xmlns:a16="http://schemas.microsoft.com/office/drawing/2014/main" id="{7EFC7A35-332B-97FA-7914-DA1F5D4F2954}"/>
              </a:ext>
            </a:extLst>
          </p:cNvPr>
          <p:cNvSpPr>
            <a:spLocks noGrp="1"/>
          </p:cNvSpPr>
          <p:nvPr>
            <p:ph type="body" sz="quarter" idx="19" hasCustomPrompt="1"/>
          </p:nvPr>
        </p:nvSpPr>
        <p:spPr>
          <a:xfrm>
            <a:off x="6208776" y="3122843"/>
            <a:ext cx="5678424"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1263315"/>
            <a:ext cx="11585448"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8" name="Text Placeholder 9">
            <a:extLst>
              <a:ext uri="{FF2B5EF4-FFF2-40B4-BE49-F238E27FC236}">
                <a16:creationId xmlns:a16="http://schemas.microsoft.com/office/drawing/2014/main" id="{13F62718-3483-CCD0-7F34-F195CBDCC740}"/>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0" name="Text Placeholder 5">
            <a:extLst>
              <a:ext uri="{FF2B5EF4-FFF2-40B4-BE49-F238E27FC236}">
                <a16:creationId xmlns:a16="http://schemas.microsoft.com/office/drawing/2014/main" id="{D73C9778-F0B1-9356-15F5-2FFD2DF484EB}"/>
              </a:ext>
            </a:extLst>
          </p:cNvPr>
          <p:cNvSpPr>
            <a:spLocks noGrp="1"/>
          </p:cNvSpPr>
          <p:nvPr>
            <p:ph type="body" sz="quarter" idx="12" hasCustomPrompt="1"/>
          </p:nvPr>
        </p:nvSpPr>
        <p:spPr>
          <a:xfrm>
            <a:off x="304800" y="305089"/>
            <a:ext cx="7623663" cy="336506"/>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7" name="Straight Connector 16">
            <a:extLst>
              <a:ext uri="{FF2B5EF4-FFF2-40B4-BE49-F238E27FC236}">
                <a16:creationId xmlns:a16="http://schemas.microsoft.com/office/drawing/2014/main" id="{18774EC4-6A65-5A9E-2817-839D740CFD2B}"/>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42ADE0F-34D2-3921-D7A5-F87698D7A650}"/>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7ECE7F45-6029-A8A1-92CF-675DD48C2D36}"/>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12" name="Text Placeholder 11">
            <a:extLst>
              <a:ext uri="{FF2B5EF4-FFF2-40B4-BE49-F238E27FC236}">
                <a16:creationId xmlns:a16="http://schemas.microsoft.com/office/drawing/2014/main" id="{A3BC4CAB-AD49-B0F8-7D1C-D214F4AC3C92}"/>
              </a:ext>
            </a:extLst>
          </p:cNvPr>
          <p:cNvSpPr>
            <a:spLocks noGrp="1"/>
          </p:cNvSpPr>
          <p:nvPr>
            <p:ph type="body" sz="quarter" idx="21" hasCustomPrompt="1"/>
          </p:nvPr>
        </p:nvSpPr>
        <p:spPr>
          <a:xfrm>
            <a:off x="304800" y="1340366"/>
            <a:ext cx="11582400" cy="1673352"/>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0">
            <a:extLst>
              <a:ext uri="{FF2B5EF4-FFF2-40B4-BE49-F238E27FC236}">
                <a16:creationId xmlns:a16="http://schemas.microsoft.com/office/drawing/2014/main" id="{7B27C6BE-57DB-6F10-D31E-9D7D12F897B2}"/>
              </a:ext>
            </a:extLst>
          </p:cNvPr>
          <p:cNvSpPr>
            <a:spLocks noGrp="1"/>
          </p:cNvSpPr>
          <p:nvPr>
            <p:ph sz="quarter" idx="29" hasCustomPrompt="1"/>
          </p:nvPr>
        </p:nvSpPr>
        <p:spPr>
          <a:xfrm>
            <a:off x="304800" y="3612284"/>
            <a:ext cx="5678424" cy="1673352"/>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20">
            <a:extLst>
              <a:ext uri="{FF2B5EF4-FFF2-40B4-BE49-F238E27FC236}">
                <a16:creationId xmlns:a16="http://schemas.microsoft.com/office/drawing/2014/main" id="{91CEB9A2-8752-4093-7C83-670C625FD7AA}"/>
              </a:ext>
            </a:extLst>
          </p:cNvPr>
          <p:cNvSpPr>
            <a:spLocks noGrp="1"/>
          </p:cNvSpPr>
          <p:nvPr>
            <p:ph sz="quarter" idx="30" hasCustomPrompt="1"/>
          </p:nvPr>
        </p:nvSpPr>
        <p:spPr>
          <a:xfrm>
            <a:off x="6208776" y="3612284"/>
            <a:ext cx="5678424" cy="1673352"/>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77469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ondary Title Slide + 3 Quadrants">
    <p:bg>
      <p:bgPr>
        <a:solidFill>
          <a:schemeClr val="bg1"/>
        </a:solidFill>
        <a:effectLst/>
      </p:bgPr>
    </p:bg>
    <p:spTree>
      <p:nvGrpSpPr>
        <p:cNvPr id="1" name=""/>
        <p:cNvGrpSpPr/>
        <p:nvPr/>
      </p:nvGrpSpPr>
      <p:grpSpPr>
        <a:xfrm>
          <a:off x="0" y="0"/>
          <a:ext cx="0" cy="0"/>
          <a:chOff x="0" y="0"/>
          <a:chExt cx="0" cy="0"/>
        </a:xfrm>
      </p:grpSpPr>
      <p:sp>
        <p:nvSpPr>
          <p:cNvPr id="19" name="Text Placeholder 5">
            <a:extLst>
              <a:ext uri="{FF2B5EF4-FFF2-40B4-BE49-F238E27FC236}">
                <a16:creationId xmlns:a16="http://schemas.microsoft.com/office/drawing/2014/main" id="{E95E9CE0-6A47-B14A-CDCE-6D049E91344D}"/>
              </a:ext>
            </a:extLst>
          </p:cNvPr>
          <p:cNvSpPr>
            <a:spLocks noGrp="1"/>
          </p:cNvSpPr>
          <p:nvPr>
            <p:ph type="body" sz="quarter" idx="20" hasCustomPrompt="1"/>
          </p:nvPr>
        </p:nvSpPr>
        <p:spPr>
          <a:xfrm>
            <a:off x="6208778" y="3495173"/>
            <a:ext cx="5678424"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8"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0" y="1360082"/>
            <a:ext cx="11585448"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8" name="Text Placeholder 5">
            <a:extLst>
              <a:ext uri="{FF2B5EF4-FFF2-40B4-BE49-F238E27FC236}">
                <a16:creationId xmlns:a16="http://schemas.microsoft.com/office/drawing/2014/main" id="{7EFC7A35-332B-97FA-7914-DA1F5D4F2954}"/>
              </a:ext>
            </a:extLst>
          </p:cNvPr>
          <p:cNvSpPr>
            <a:spLocks noGrp="1"/>
          </p:cNvSpPr>
          <p:nvPr>
            <p:ph type="body" sz="quarter" idx="19" hasCustomPrompt="1"/>
          </p:nvPr>
        </p:nvSpPr>
        <p:spPr>
          <a:xfrm>
            <a:off x="304800" y="3495173"/>
            <a:ext cx="5678424"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1771251"/>
            <a:ext cx="11585448"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8" name="Text Placeholder 9">
            <a:extLst>
              <a:ext uri="{FF2B5EF4-FFF2-40B4-BE49-F238E27FC236}">
                <a16:creationId xmlns:a16="http://schemas.microsoft.com/office/drawing/2014/main" id="{438DFA4A-B2FD-2DB8-3B87-AD71BF080526}"/>
              </a:ext>
            </a:extLst>
          </p:cNvPr>
          <p:cNvSpPr>
            <a:spLocks noGrp="1"/>
          </p:cNvSpPr>
          <p:nvPr>
            <p:ph type="body" sz="quarter" idx="13" hasCustomPrompt="1"/>
          </p:nvPr>
        </p:nvSpPr>
        <p:spPr>
          <a:xfrm>
            <a:off x="304800"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4" name="Text Placeholder 5">
            <a:extLst>
              <a:ext uri="{FF2B5EF4-FFF2-40B4-BE49-F238E27FC236}">
                <a16:creationId xmlns:a16="http://schemas.microsoft.com/office/drawing/2014/main" id="{45A24D1A-B1F4-8048-3AC7-5678A0D10CE3}"/>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21" name="Text Placeholder 8">
            <a:extLst>
              <a:ext uri="{FF2B5EF4-FFF2-40B4-BE49-F238E27FC236}">
                <a16:creationId xmlns:a16="http://schemas.microsoft.com/office/drawing/2014/main" id="{AFE27ABB-A552-B67D-A169-C858ADB2DEDC}"/>
              </a:ext>
            </a:extLst>
          </p:cNvPr>
          <p:cNvSpPr>
            <a:spLocks noGrp="1"/>
          </p:cNvSpPr>
          <p:nvPr>
            <p:ph type="body" sz="quarter" idx="16" hasCustomPrompt="1"/>
          </p:nvPr>
        </p:nvSpPr>
        <p:spPr>
          <a:xfrm>
            <a:off x="304800" y="852146"/>
            <a:ext cx="11582400"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2" name="Straight Connector 21">
            <a:extLst>
              <a:ext uri="{FF2B5EF4-FFF2-40B4-BE49-F238E27FC236}">
                <a16:creationId xmlns:a16="http://schemas.microsoft.com/office/drawing/2014/main" id="{5768F0BF-0177-D3D8-FE36-9E73A4900B02}"/>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346B538D-15D5-AC5B-6F47-989E80A391A8}"/>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8C4E252-E1C5-B4D2-1E5D-4E4B0FF1B55D}"/>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35373915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ondary Title Slide + 3 Quadrants [Variant]">
    <p:bg>
      <p:bgPr>
        <a:solidFill>
          <a:schemeClr val="bg1"/>
        </a:solidFill>
        <a:effectLst/>
      </p:bgPr>
    </p:bg>
    <p:spTree>
      <p:nvGrpSpPr>
        <p:cNvPr id="1" name=""/>
        <p:cNvGrpSpPr/>
        <p:nvPr/>
      </p:nvGrpSpPr>
      <p:grpSpPr>
        <a:xfrm>
          <a:off x="0" y="0"/>
          <a:ext cx="0" cy="0"/>
          <a:chOff x="0" y="0"/>
          <a:chExt cx="0" cy="0"/>
        </a:xfrm>
      </p:grpSpPr>
      <p:sp>
        <p:nvSpPr>
          <p:cNvPr id="24" name="Text Placeholder 5">
            <a:extLst>
              <a:ext uri="{FF2B5EF4-FFF2-40B4-BE49-F238E27FC236}">
                <a16:creationId xmlns:a16="http://schemas.microsoft.com/office/drawing/2014/main" id="{B1D0690A-2723-C9AA-0435-AF43868E87F0}"/>
              </a:ext>
            </a:extLst>
          </p:cNvPr>
          <p:cNvSpPr>
            <a:spLocks noGrp="1"/>
          </p:cNvSpPr>
          <p:nvPr>
            <p:ph type="body" sz="quarter" idx="22" hasCustomPrompt="1"/>
          </p:nvPr>
        </p:nvSpPr>
        <p:spPr>
          <a:xfrm>
            <a:off x="6208776" y="1360082"/>
            <a:ext cx="5678424"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3906342"/>
            <a:ext cx="11578228"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1771251"/>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6" y="1771251"/>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0" y="3495173"/>
            <a:ext cx="11578228"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9">
            <a:extLst>
              <a:ext uri="{FF2B5EF4-FFF2-40B4-BE49-F238E27FC236}">
                <a16:creationId xmlns:a16="http://schemas.microsoft.com/office/drawing/2014/main" id="{FFDEC536-3B32-666A-6639-A02D1FA41082}"/>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22" name="Text Placeholder 5">
            <a:extLst>
              <a:ext uri="{FF2B5EF4-FFF2-40B4-BE49-F238E27FC236}">
                <a16:creationId xmlns:a16="http://schemas.microsoft.com/office/drawing/2014/main" id="{CC9A40B8-424D-910F-B3DA-3D951852F31D}"/>
              </a:ext>
            </a:extLst>
          </p:cNvPr>
          <p:cNvSpPr>
            <a:spLocks noGrp="1"/>
          </p:cNvSpPr>
          <p:nvPr>
            <p:ph type="body" sz="quarter" idx="21" hasCustomPrompt="1"/>
          </p:nvPr>
        </p:nvSpPr>
        <p:spPr>
          <a:xfrm>
            <a:off x="304800" y="1360082"/>
            <a:ext cx="5678424" cy="338328"/>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26" name="Text Placeholder 8">
            <a:extLst>
              <a:ext uri="{FF2B5EF4-FFF2-40B4-BE49-F238E27FC236}">
                <a16:creationId xmlns:a16="http://schemas.microsoft.com/office/drawing/2014/main" id="{A7CDA51E-B10C-59C7-7F2D-CB212274C342}"/>
              </a:ext>
            </a:extLst>
          </p:cNvPr>
          <p:cNvSpPr>
            <a:spLocks noGrp="1"/>
          </p:cNvSpPr>
          <p:nvPr>
            <p:ph type="body" sz="quarter" idx="16" hasCustomPrompt="1"/>
          </p:nvPr>
        </p:nvSpPr>
        <p:spPr>
          <a:xfrm>
            <a:off x="304800" y="852147"/>
            <a:ext cx="11578228"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7" name="Straight Connector 26">
            <a:extLst>
              <a:ext uri="{FF2B5EF4-FFF2-40B4-BE49-F238E27FC236}">
                <a16:creationId xmlns:a16="http://schemas.microsoft.com/office/drawing/2014/main" id="{213CB70B-9FDC-B0EC-1DA6-CEFBB7424D3F}"/>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3A2E2E1-7AC5-5FEA-B7CB-ADDCCA5BFE93}"/>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0DD68DF-1DA3-AEE0-B0CA-9105A9A75D19}"/>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21" name="Text Placeholder 5">
            <a:extLst>
              <a:ext uri="{FF2B5EF4-FFF2-40B4-BE49-F238E27FC236}">
                <a16:creationId xmlns:a16="http://schemas.microsoft.com/office/drawing/2014/main" id="{7B99CA00-7513-37CF-A34B-80F2FD736867}"/>
              </a:ext>
            </a:extLst>
          </p:cNvPr>
          <p:cNvSpPr>
            <a:spLocks noGrp="1"/>
          </p:cNvSpPr>
          <p:nvPr>
            <p:ph type="body" sz="quarter" idx="12" hasCustomPrompt="1"/>
          </p:nvPr>
        </p:nvSpPr>
        <p:spPr>
          <a:xfrm>
            <a:off x="304800" y="305089"/>
            <a:ext cx="7623663" cy="336506"/>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Tree>
    <p:extLst>
      <p:ext uri="{BB962C8B-B14F-4D97-AF65-F5344CB8AC3E}">
        <p14:creationId xmlns:p14="http://schemas.microsoft.com/office/powerpoint/2010/main" val="4201357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Top Quadrants + 4 Bottom Quadrants [varia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257297" y="1263626"/>
            <a:ext cx="8631936"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7494341-A564-02FA-C6CD-DC82BBAFEB2F}"/>
              </a:ext>
            </a:extLst>
          </p:cNvPr>
          <p:cNvCxnSpPr>
            <a:cxnSpLocks/>
          </p:cNvCxnSpPr>
          <p:nvPr userDrawn="1"/>
        </p:nvCxnSpPr>
        <p:spPr>
          <a:xfrm>
            <a:off x="30480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C37E261-6F16-1005-ED7C-741EDA98E344}"/>
              </a:ext>
            </a:extLst>
          </p:cNvPr>
          <p:cNvCxnSpPr>
            <a:cxnSpLocks/>
          </p:cNvCxnSpPr>
          <p:nvPr userDrawn="1"/>
        </p:nvCxnSpPr>
        <p:spPr>
          <a:xfrm>
            <a:off x="3257297"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993E9C-4390-FE9B-8285-189ABFBF7E2F}"/>
              </a:ext>
            </a:extLst>
          </p:cNvPr>
          <p:cNvCxnSpPr>
            <a:cxnSpLocks/>
          </p:cNvCxnSpPr>
          <p:nvPr userDrawn="1"/>
        </p:nvCxnSpPr>
        <p:spPr>
          <a:xfrm>
            <a:off x="6209794"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DC52F91-E9FC-49E3-DD64-B80E4CF75827}"/>
              </a:ext>
            </a:extLst>
          </p:cNvPr>
          <p:cNvCxnSpPr>
            <a:cxnSpLocks/>
          </p:cNvCxnSpPr>
          <p:nvPr userDrawn="1"/>
        </p:nvCxnSpPr>
        <p:spPr>
          <a:xfrm>
            <a:off x="916229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0DA0488-F1E2-F40E-4F2F-85BA45C90680}"/>
              </a:ext>
            </a:extLst>
          </p:cNvPr>
          <p:cNvCxnSpPr>
            <a:cxnSpLocks/>
          </p:cNvCxnSpPr>
          <p:nvPr userDrawn="1"/>
        </p:nvCxnSpPr>
        <p:spPr>
          <a:xfrm>
            <a:off x="304800" y="1263626"/>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9FAF7EA2-79AB-5941-483D-B9BE73B74320}"/>
              </a:ext>
            </a:extLst>
          </p:cNvPr>
          <p:cNvSpPr>
            <a:spLocks noGrp="1"/>
          </p:cNvSpPr>
          <p:nvPr>
            <p:ph type="body" sz="quarter" idx="13" hasCustomPrompt="1"/>
          </p:nvPr>
        </p:nvSpPr>
        <p:spPr>
          <a:xfrm>
            <a:off x="306831"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7" name="Text Placeholder 5">
            <a:extLst>
              <a:ext uri="{FF2B5EF4-FFF2-40B4-BE49-F238E27FC236}">
                <a16:creationId xmlns:a16="http://schemas.microsoft.com/office/drawing/2014/main" id="{42E80DA6-DF8F-F2F4-A4D3-8AC9C65B929C}"/>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9" name="Straight Connector 8">
            <a:extLst>
              <a:ext uri="{FF2B5EF4-FFF2-40B4-BE49-F238E27FC236}">
                <a16:creationId xmlns:a16="http://schemas.microsoft.com/office/drawing/2014/main" id="{1DDF9D3A-F865-57F1-1C9B-8FB0E65EF91B}"/>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195AA17-96A3-3012-55BA-D4D8E5AD245E}"/>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EB898A5D-845C-749A-7407-3A907FE604F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8" name="Text Placeholder 5">
            <a:extLst>
              <a:ext uri="{FF2B5EF4-FFF2-40B4-BE49-F238E27FC236}">
                <a16:creationId xmlns:a16="http://schemas.microsoft.com/office/drawing/2014/main" id="{D291A29D-FF9F-915D-BD03-4D46732519BD}"/>
              </a:ext>
            </a:extLst>
          </p:cNvPr>
          <p:cNvSpPr>
            <a:spLocks noGrp="1"/>
          </p:cNvSpPr>
          <p:nvPr>
            <p:ph type="body" sz="quarter" idx="19" hasCustomPrompt="1"/>
          </p:nvPr>
        </p:nvSpPr>
        <p:spPr>
          <a:xfrm>
            <a:off x="304800" y="852146"/>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1" name="Text Placeholder 5">
            <a:extLst>
              <a:ext uri="{FF2B5EF4-FFF2-40B4-BE49-F238E27FC236}">
                <a16:creationId xmlns:a16="http://schemas.microsoft.com/office/drawing/2014/main" id="{5E6F8EBE-3481-F8D6-E16E-BCCC747EF1FF}"/>
              </a:ext>
            </a:extLst>
          </p:cNvPr>
          <p:cNvSpPr>
            <a:spLocks noGrp="1"/>
          </p:cNvSpPr>
          <p:nvPr>
            <p:ph type="body" sz="quarter" idx="20" hasCustomPrompt="1"/>
          </p:nvPr>
        </p:nvSpPr>
        <p:spPr>
          <a:xfrm>
            <a:off x="3257297" y="855718"/>
            <a:ext cx="8631936" cy="365760"/>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2" name="Text Placeholder 5">
            <a:extLst>
              <a:ext uri="{FF2B5EF4-FFF2-40B4-BE49-F238E27FC236}">
                <a16:creationId xmlns:a16="http://schemas.microsoft.com/office/drawing/2014/main" id="{44C9B180-256C-89FF-2F65-92E5185990A9}"/>
              </a:ext>
            </a:extLst>
          </p:cNvPr>
          <p:cNvSpPr>
            <a:spLocks noGrp="1"/>
          </p:cNvSpPr>
          <p:nvPr>
            <p:ph type="body" sz="quarter" idx="21" hasCustomPrompt="1"/>
          </p:nvPr>
        </p:nvSpPr>
        <p:spPr>
          <a:xfrm>
            <a:off x="304800"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3" name="Text Placeholder 5">
            <a:extLst>
              <a:ext uri="{FF2B5EF4-FFF2-40B4-BE49-F238E27FC236}">
                <a16:creationId xmlns:a16="http://schemas.microsoft.com/office/drawing/2014/main" id="{9E723C78-6672-7D61-D785-8785BDD56664}"/>
              </a:ext>
            </a:extLst>
          </p:cNvPr>
          <p:cNvSpPr>
            <a:spLocks noGrp="1"/>
          </p:cNvSpPr>
          <p:nvPr>
            <p:ph type="body" sz="quarter" idx="22" hasCustomPrompt="1"/>
          </p:nvPr>
        </p:nvSpPr>
        <p:spPr>
          <a:xfrm>
            <a:off x="3257297"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4" name="Text Placeholder 5">
            <a:extLst>
              <a:ext uri="{FF2B5EF4-FFF2-40B4-BE49-F238E27FC236}">
                <a16:creationId xmlns:a16="http://schemas.microsoft.com/office/drawing/2014/main" id="{FDEB197E-957D-43DE-D9AE-AB1E3E9E912E}"/>
              </a:ext>
            </a:extLst>
          </p:cNvPr>
          <p:cNvSpPr>
            <a:spLocks noGrp="1"/>
          </p:cNvSpPr>
          <p:nvPr>
            <p:ph type="body" sz="quarter" idx="23" hasCustomPrompt="1"/>
          </p:nvPr>
        </p:nvSpPr>
        <p:spPr>
          <a:xfrm>
            <a:off x="6209794"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5" name="Text Placeholder 5">
            <a:extLst>
              <a:ext uri="{FF2B5EF4-FFF2-40B4-BE49-F238E27FC236}">
                <a16:creationId xmlns:a16="http://schemas.microsoft.com/office/drawing/2014/main" id="{1322EDF7-25EB-5157-BCC2-3AD50568EB91}"/>
              </a:ext>
            </a:extLst>
          </p:cNvPr>
          <p:cNvSpPr>
            <a:spLocks noGrp="1"/>
          </p:cNvSpPr>
          <p:nvPr>
            <p:ph type="body" sz="quarter" idx="24" hasCustomPrompt="1"/>
          </p:nvPr>
        </p:nvSpPr>
        <p:spPr>
          <a:xfrm>
            <a:off x="9162290"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Tree>
    <p:extLst>
      <p:ext uri="{BB962C8B-B14F-4D97-AF65-F5344CB8AC3E}">
        <p14:creationId xmlns:p14="http://schemas.microsoft.com/office/powerpoint/2010/main" val="4272942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Top Quadrants + 4 Bottom Quadrants">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22" name="Straight Arrow Connector 21">
            <a:extLst>
              <a:ext uri="{FF2B5EF4-FFF2-40B4-BE49-F238E27FC236}">
                <a16:creationId xmlns:a16="http://schemas.microsoft.com/office/drawing/2014/main" id="{C0DA0488-F1E2-F40E-4F2F-85BA45C90680}"/>
              </a:ext>
            </a:extLst>
          </p:cNvPr>
          <p:cNvCxnSpPr>
            <a:cxnSpLocks/>
          </p:cNvCxnSpPr>
          <p:nvPr userDrawn="1"/>
        </p:nvCxnSpPr>
        <p:spPr>
          <a:xfrm>
            <a:off x="304800" y="1263626"/>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9912349-4D8B-30BB-DD5E-E658C0FAD2C2}"/>
              </a:ext>
            </a:extLst>
          </p:cNvPr>
          <p:cNvCxnSpPr>
            <a:cxnSpLocks/>
          </p:cNvCxnSpPr>
          <p:nvPr userDrawn="1"/>
        </p:nvCxnSpPr>
        <p:spPr>
          <a:xfrm>
            <a:off x="6208778" y="1263626"/>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1060BC2D-6AA5-BECE-A7DE-622DD5B2E1E8}"/>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8" name="Text Placeholder 5">
            <a:extLst>
              <a:ext uri="{FF2B5EF4-FFF2-40B4-BE49-F238E27FC236}">
                <a16:creationId xmlns:a16="http://schemas.microsoft.com/office/drawing/2014/main" id="{9CA3159C-11DA-A3D6-DBB2-EF855F96955E}"/>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3" name="Straight Connector 12">
            <a:extLst>
              <a:ext uri="{FF2B5EF4-FFF2-40B4-BE49-F238E27FC236}">
                <a16:creationId xmlns:a16="http://schemas.microsoft.com/office/drawing/2014/main" id="{8AAA3DD6-5F16-EA8B-2D62-B84DD48ACB64}"/>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C2327ACB-3DE4-1F95-FE51-7F5CCAC5515B}"/>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AC2092DC-521F-3DDC-8D89-7637588C4197}"/>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cxnSp>
        <p:nvCxnSpPr>
          <p:cNvPr id="5" name="Straight Arrow Connector 4">
            <a:extLst>
              <a:ext uri="{FF2B5EF4-FFF2-40B4-BE49-F238E27FC236}">
                <a16:creationId xmlns:a16="http://schemas.microsoft.com/office/drawing/2014/main" id="{70AA72B1-A590-5ECE-BDCC-E272F343EB57}"/>
              </a:ext>
            </a:extLst>
          </p:cNvPr>
          <p:cNvCxnSpPr>
            <a:cxnSpLocks/>
          </p:cNvCxnSpPr>
          <p:nvPr userDrawn="1"/>
        </p:nvCxnSpPr>
        <p:spPr>
          <a:xfrm>
            <a:off x="30480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F799E08-DB81-1BA0-CE6D-415F380B9D27}"/>
              </a:ext>
            </a:extLst>
          </p:cNvPr>
          <p:cNvCxnSpPr>
            <a:cxnSpLocks/>
          </p:cNvCxnSpPr>
          <p:nvPr userDrawn="1"/>
        </p:nvCxnSpPr>
        <p:spPr>
          <a:xfrm>
            <a:off x="3257297"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6750D16-FBE7-4508-1404-618BB3C64C09}"/>
              </a:ext>
            </a:extLst>
          </p:cNvPr>
          <p:cNvCxnSpPr>
            <a:cxnSpLocks/>
          </p:cNvCxnSpPr>
          <p:nvPr userDrawn="1"/>
        </p:nvCxnSpPr>
        <p:spPr>
          <a:xfrm>
            <a:off x="6209794"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3AA13B5-2416-6C60-1E3B-FC428825AED3}"/>
              </a:ext>
            </a:extLst>
          </p:cNvPr>
          <p:cNvCxnSpPr>
            <a:cxnSpLocks/>
          </p:cNvCxnSpPr>
          <p:nvPr userDrawn="1"/>
        </p:nvCxnSpPr>
        <p:spPr>
          <a:xfrm>
            <a:off x="916229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55E35F-3E04-066D-17CD-A2D6EBD25B58}"/>
              </a:ext>
            </a:extLst>
          </p:cNvPr>
          <p:cNvSpPr>
            <a:spLocks noGrp="1"/>
          </p:cNvSpPr>
          <p:nvPr>
            <p:ph type="body" sz="quarter" idx="19" hasCustomPrompt="1"/>
          </p:nvPr>
        </p:nvSpPr>
        <p:spPr>
          <a:xfrm>
            <a:off x="304800" y="852146"/>
            <a:ext cx="5678424" cy="365760"/>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6" name="Text Placeholder 5">
            <a:extLst>
              <a:ext uri="{FF2B5EF4-FFF2-40B4-BE49-F238E27FC236}">
                <a16:creationId xmlns:a16="http://schemas.microsoft.com/office/drawing/2014/main" id="{2ED09AFC-AEAC-B134-BEFE-BF633B34D0D8}"/>
              </a:ext>
            </a:extLst>
          </p:cNvPr>
          <p:cNvSpPr>
            <a:spLocks noGrp="1"/>
          </p:cNvSpPr>
          <p:nvPr>
            <p:ph type="body" sz="quarter" idx="21" hasCustomPrompt="1"/>
          </p:nvPr>
        </p:nvSpPr>
        <p:spPr>
          <a:xfrm>
            <a:off x="304800"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23" name="Text Placeholder 5">
            <a:extLst>
              <a:ext uri="{FF2B5EF4-FFF2-40B4-BE49-F238E27FC236}">
                <a16:creationId xmlns:a16="http://schemas.microsoft.com/office/drawing/2014/main" id="{C2A63BDD-0F9D-564B-E182-7787CE5A9FA6}"/>
              </a:ext>
            </a:extLst>
          </p:cNvPr>
          <p:cNvSpPr>
            <a:spLocks noGrp="1"/>
          </p:cNvSpPr>
          <p:nvPr>
            <p:ph type="body" sz="quarter" idx="22" hasCustomPrompt="1"/>
          </p:nvPr>
        </p:nvSpPr>
        <p:spPr>
          <a:xfrm>
            <a:off x="6208776" y="852146"/>
            <a:ext cx="5678424" cy="365760"/>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24" name="Text Placeholder 5">
            <a:extLst>
              <a:ext uri="{FF2B5EF4-FFF2-40B4-BE49-F238E27FC236}">
                <a16:creationId xmlns:a16="http://schemas.microsoft.com/office/drawing/2014/main" id="{583339B3-B19B-78CB-8889-0E9FB52CE780}"/>
              </a:ext>
            </a:extLst>
          </p:cNvPr>
          <p:cNvSpPr>
            <a:spLocks noGrp="1"/>
          </p:cNvSpPr>
          <p:nvPr>
            <p:ph type="body" sz="quarter" idx="23" hasCustomPrompt="1"/>
          </p:nvPr>
        </p:nvSpPr>
        <p:spPr>
          <a:xfrm>
            <a:off x="3257297"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25" name="Text Placeholder 5">
            <a:extLst>
              <a:ext uri="{FF2B5EF4-FFF2-40B4-BE49-F238E27FC236}">
                <a16:creationId xmlns:a16="http://schemas.microsoft.com/office/drawing/2014/main" id="{9EBBB350-655F-1976-DD22-E7455C39C10A}"/>
              </a:ext>
            </a:extLst>
          </p:cNvPr>
          <p:cNvSpPr>
            <a:spLocks noGrp="1"/>
          </p:cNvSpPr>
          <p:nvPr>
            <p:ph type="body" sz="quarter" idx="24" hasCustomPrompt="1"/>
          </p:nvPr>
        </p:nvSpPr>
        <p:spPr>
          <a:xfrm>
            <a:off x="6209794"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26" name="Text Placeholder 5">
            <a:extLst>
              <a:ext uri="{FF2B5EF4-FFF2-40B4-BE49-F238E27FC236}">
                <a16:creationId xmlns:a16="http://schemas.microsoft.com/office/drawing/2014/main" id="{84DD906B-AE3B-8A23-97F3-8FC03E202110}"/>
              </a:ext>
            </a:extLst>
          </p:cNvPr>
          <p:cNvSpPr>
            <a:spLocks noGrp="1"/>
          </p:cNvSpPr>
          <p:nvPr>
            <p:ph type="body" sz="quarter" idx="25" hasCustomPrompt="1"/>
          </p:nvPr>
        </p:nvSpPr>
        <p:spPr>
          <a:xfrm>
            <a:off x="9162290"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Tree>
    <p:extLst>
      <p:ext uri="{BB962C8B-B14F-4D97-AF65-F5344CB8AC3E}">
        <p14:creationId xmlns:p14="http://schemas.microsoft.com/office/powerpoint/2010/main" val="24807246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Top Quadrants + 4 Bottom Quadrants + Secondary titl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255266" y="1771562"/>
            <a:ext cx="8631936"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7494341-A564-02FA-C6CD-DC82BBAFEB2F}"/>
              </a:ext>
            </a:extLst>
          </p:cNvPr>
          <p:cNvCxnSpPr>
            <a:cxnSpLocks/>
          </p:cNvCxnSpPr>
          <p:nvPr userDrawn="1"/>
        </p:nvCxnSpPr>
        <p:spPr>
          <a:xfrm>
            <a:off x="30480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C37E261-6F16-1005-ED7C-741EDA98E344}"/>
              </a:ext>
            </a:extLst>
          </p:cNvPr>
          <p:cNvCxnSpPr>
            <a:cxnSpLocks/>
          </p:cNvCxnSpPr>
          <p:nvPr userDrawn="1"/>
        </p:nvCxnSpPr>
        <p:spPr>
          <a:xfrm>
            <a:off x="3257297"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993E9C-4390-FE9B-8285-189ABFBF7E2F}"/>
              </a:ext>
            </a:extLst>
          </p:cNvPr>
          <p:cNvCxnSpPr>
            <a:cxnSpLocks/>
          </p:cNvCxnSpPr>
          <p:nvPr userDrawn="1"/>
        </p:nvCxnSpPr>
        <p:spPr>
          <a:xfrm>
            <a:off x="6209794"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DC52F91-E9FC-49E3-DD64-B80E4CF75827}"/>
              </a:ext>
            </a:extLst>
          </p:cNvPr>
          <p:cNvCxnSpPr>
            <a:cxnSpLocks/>
          </p:cNvCxnSpPr>
          <p:nvPr userDrawn="1"/>
        </p:nvCxnSpPr>
        <p:spPr>
          <a:xfrm>
            <a:off x="916229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0DA0488-F1E2-F40E-4F2F-85BA45C90680}"/>
              </a:ext>
            </a:extLst>
          </p:cNvPr>
          <p:cNvCxnSpPr>
            <a:cxnSpLocks/>
          </p:cNvCxnSpPr>
          <p:nvPr userDrawn="1"/>
        </p:nvCxnSpPr>
        <p:spPr>
          <a:xfrm>
            <a:off x="304800" y="1771562"/>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8ADCD990-EC38-7005-4168-7DFE6A0375A7}"/>
              </a:ext>
            </a:extLst>
          </p:cNvPr>
          <p:cNvSpPr>
            <a:spLocks noGrp="1"/>
          </p:cNvSpPr>
          <p:nvPr>
            <p:ph type="body" sz="quarter" idx="13" hasCustomPrompt="1"/>
          </p:nvPr>
        </p:nvSpPr>
        <p:spPr>
          <a:xfrm>
            <a:off x="304800"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7" name="Text Placeholder 5">
            <a:extLst>
              <a:ext uri="{FF2B5EF4-FFF2-40B4-BE49-F238E27FC236}">
                <a16:creationId xmlns:a16="http://schemas.microsoft.com/office/drawing/2014/main" id="{6258E4FB-DC9A-E01B-48E3-6D69D2FFF2F4}"/>
              </a:ext>
            </a:extLst>
          </p:cNvPr>
          <p:cNvSpPr>
            <a:spLocks noGrp="1"/>
          </p:cNvSpPr>
          <p:nvPr>
            <p:ph type="body" sz="quarter" idx="12" hasCustomPrompt="1"/>
          </p:nvPr>
        </p:nvSpPr>
        <p:spPr>
          <a:xfrm>
            <a:off x="304800" y="305088"/>
            <a:ext cx="7623663" cy="337031"/>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1" name="Text Placeholder 8">
            <a:extLst>
              <a:ext uri="{FF2B5EF4-FFF2-40B4-BE49-F238E27FC236}">
                <a16:creationId xmlns:a16="http://schemas.microsoft.com/office/drawing/2014/main" id="{2491EF9B-430D-0AEB-C646-9E1F9FAD85C2}"/>
              </a:ext>
            </a:extLst>
          </p:cNvPr>
          <p:cNvSpPr>
            <a:spLocks noGrp="1"/>
          </p:cNvSpPr>
          <p:nvPr>
            <p:ph type="body" sz="quarter" idx="16" hasCustomPrompt="1"/>
          </p:nvPr>
        </p:nvSpPr>
        <p:spPr>
          <a:xfrm>
            <a:off x="304800" y="852146"/>
            <a:ext cx="11588750" cy="307777"/>
          </a:xfrm>
          <a:prstGeom prst="rect">
            <a:avLst/>
          </a:prstGeom>
        </p:spPr>
        <p:txBody>
          <a:bodyPr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2" name="Straight Connector 11">
            <a:extLst>
              <a:ext uri="{FF2B5EF4-FFF2-40B4-BE49-F238E27FC236}">
                <a16:creationId xmlns:a16="http://schemas.microsoft.com/office/drawing/2014/main" id="{FDBEE450-9314-ED5B-B591-AE54512E141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32B5F16-F94F-A17E-FCDC-A611C0BE89F3}"/>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1E4B961E-2958-10FC-95AF-14EC46A00B49}"/>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5">
            <a:extLst>
              <a:ext uri="{FF2B5EF4-FFF2-40B4-BE49-F238E27FC236}">
                <a16:creationId xmlns:a16="http://schemas.microsoft.com/office/drawing/2014/main" id="{5929D326-EE8B-F49E-99AF-E3E045DD2ABE}"/>
              </a:ext>
            </a:extLst>
          </p:cNvPr>
          <p:cNvSpPr>
            <a:spLocks noGrp="1"/>
          </p:cNvSpPr>
          <p:nvPr>
            <p:ph type="body" sz="quarter" idx="17" hasCustomPrompt="1"/>
          </p:nvPr>
        </p:nvSpPr>
        <p:spPr>
          <a:xfrm>
            <a:off x="304800" y="1360082"/>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8" name="Text Placeholder 5">
            <a:extLst>
              <a:ext uri="{FF2B5EF4-FFF2-40B4-BE49-F238E27FC236}">
                <a16:creationId xmlns:a16="http://schemas.microsoft.com/office/drawing/2014/main" id="{6AF19119-1A20-6BE1-3DDB-E560030F139A}"/>
              </a:ext>
            </a:extLst>
          </p:cNvPr>
          <p:cNvSpPr>
            <a:spLocks noGrp="1"/>
          </p:cNvSpPr>
          <p:nvPr>
            <p:ph type="body" sz="quarter" idx="18" hasCustomPrompt="1"/>
          </p:nvPr>
        </p:nvSpPr>
        <p:spPr>
          <a:xfrm>
            <a:off x="3255266" y="1363654"/>
            <a:ext cx="8631936" cy="365760"/>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3" name="Text Placeholder 5">
            <a:extLst>
              <a:ext uri="{FF2B5EF4-FFF2-40B4-BE49-F238E27FC236}">
                <a16:creationId xmlns:a16="http://schemas.microsoft.com/office/drawing/2014/main" id="{329E88CF-AF56-F943-00B1-96EB5B81BD79}"/>
              </a:ext>
            </a:extLst>
          </p:cNvPr>
          <p:cNvSpPr>
            <a:spLocks noGrp="1"/>
          </p:cNvSpPr>
          <p:nvPr>
            <p:ph type="body" sz="quarter" idx="21" hasCustomPrompt="1"/>
          </p:nvPr>
        </p:nvSpPr>
        <p:spPr>
          <a:xfrm>
            <a:off x="304800"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4" name="Text Placeholder 5">
            <a:extLst>
              <a:ext uri="{FF2B5EF4-FFF2-40B4-BE49-F238E27FC236}">
                <a16:creationId xmlns:a16="http://schemas.microsoft.com/office/drawing/2014/main" id="{1A950074-6863-52DC-5F67-D7198868BC21}"/>
              </a:ext>
            </a:extLst>
          </p:cNvPr>
          <p:cNvSpPr>
            <a:spLocks noGrp="1"/>
          </p:cNvSpPr>
          <p:nvPr>
            <p:ph type="body" sz="quarter" idx="22" hasCustomPrompt="1"/>
          </p:nvPr>
        </p:nvSpPr>
        <p:spPr>
          <a:xfrm>
            <a:off x="3257297"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5" name="Text Placeholder 5">
            <a:extLst>
              <a:ext uri="{FF2B5EF4-FFF2-40B4-BE49-F238E27FC236}">
                <a16:creationId xmlns:a16="http://schemas.microsoft.com/office/drawing/2014/main" id="{8704DA13-4174-0368-65E8-07F27B1448AE}"/>
              </a:ext>
            </a:extLst>
          </p:cNvPr>
          <p:cNvSpPr>
            <a:spLocks noGrp="1"/>
          </p:cNvSpPr>
          <p:nvPr>
            <p:ph type="body" sz="quarter" idx="23" hasCustomPrompt="1"/>
          </p:nvPr>
        </p:nvSpPr>
        <p:spPr>
          <a:xfrm>
            <a:off x="6209794"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
        <p:nvSpPr>
          <p:cNvPr id="16" name="Text Placeholder 5">
            <a:extLst>
              <a:ext uri="{FF2B5EF4-FFF2-40B4-BE49-F238E27FC236}">
                <a16:creationId xmlns:a16="http://schemas.microsoft.com/office/drawing/2014/main" id="{F7537B4F-5666-4951-917B-C4152C7B9A05}"/>
              </a:ext>
            </a:extLst>
          </p:cNvPr>
          <p:cNvSpPr>
            <a:spLocks noGrp="1"/>
          </p:cNvSpPr>
          <p:nvPr>
            <p:ph type="body" sz="quarter" idx="24" hasCustomPrompt="1"/>
          </p:nvPr>
        </p:nvSpPr>
        <p:spPr>
          <a:xfrm>
            <a:off x="9162290" y="3429000"/>
            <a:ext cx="2724912" cy="369332"/>
          </a:xfrm>
          <a:prstGeom prst="rect">
            <a:avLst/>
          </a:prstGeom>
        </p:spPr>
        <p:txBody>
          <a:bodyPr lIns="0" tIns="0" rIns="0" bIns="0" anchor="b"/>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header here — max two lines if space allows</a:t>
            </a:r>
          </a:p>
        </p:txBody>
      </p:sp>
    </p:spTree>
    <p:extLst>
      <p:ext uri="{BB962C8B-B14F-4D97-AF65-F5344CB8AC3E}">
        <p14:creationId xmlns:p14="http://schemas.microsoft.com/office/powerpoint/2010/main" val="37300531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 Quadrant Slid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04800" y="315945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063204B-4EDE-F657-8E97-D5772DA6C7EF}"/>
              </a:ext>
            </a:extLst>
          </p:cNvPr>
          <p:cNvCxnSpPr>
            <a:cxnSpLocks/>
          </p:cNvCxnSpPr>
          <p:nvPr userDrawn="1"/>
        </p:nvCxnSpPr>
        <p:spPr>
          <a:xfrm>
            <a:off x="4244340" y="315945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20ADA71-ECFB-5EE9-FC2B-748A68697ACA}"/>
              </a:ext>
            </a:extLst>
          </p:cNvPr>
          <p:cNvCxnSpPr>
            <a:cxnSpLocks/>
          </p:cNvCxnSpPr>
          <p:nvPr userDrawn="1"/>
        </p:nvCxnSpPr>
        <p:spPr>
          <a:xfrm>
            <a:off x="8183880" y="315945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B849A49-56F7-F375-E2E2-E0840DB2F4B2}"/>
              </a:ext>
            </a:extLst>
          </p:cNvPr>
          <p:cNvCxnSpPr>
            <a:cxnSpLocks/>
          </p:cNvCxnSpPr>
          <p:nvPr userDrawn="1"/>
        </p:nvCxnSpPr>
        <p:spPr>
          <a:xfrm flipH="1">
            <a:off x="4125906" y="839337"/>
            <a:ext cx="648"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98C8A36-D50B-2644-9739-9EFDE1AA7091}"/>
              </a:ext>
            </a:extLst>
          </p:cNvPr>
          <p:cNvCxnSpPr>
            <a:cxnSpLocks/>
          </p:cNvCxnSpPr>
          <p:nvPr userDrawn="1"/>
        </p:nvCxnSpPr>
        <p:spPr>
          <a:xfrm>
            <a:off x="4125906" y="3273756"/>
            <a:ext cx="648"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ED10F8F-2C59-DAE6-628B-8E9B3C7ADFAA}"/>
              </a:ext>
            </a:extLst>
          </p:cNvPr>
          <p:cNvCxnSpPr>
            <a:cxnSpLocks/>
          </p:cNvCxnSpPr>
          <p:nvPr userDrawn="1"/>
        </p:nvCxnSpPr>
        <p:spPr>
          <a:xfrm>
            <a:off x="8065770" y="839337"/>
            <a:ext cx="0"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2E4C806-F263-ECDA-D340-A7AEDE1A403A}"/>
              </a:ext>
            </a:extLst>
          </p:cNvPr>
          <p:cNvCxnSpPr>
            <a:cxnSpLocks/>
          </p:cNvCxnSpPr>
          <p:nvPr userDrawn="1"/>
        </p:nvCxnSpPr>
        <p:spPr>
          <a:xfrm>
            <a:off x="8065770" y="3273756"/>
            <a:ext cx="0"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8" name="Text Placeholder 9">
            <a:extLst>
              <a:ext uri="{FF2B5EF4-FFF2-40B4-BE49-F238E27FC236}">
                <a16:creationId xmlns:a16="http://schemas.microsoft.com/office/drawing/2014/main" id="{561F0C89-DFBD-00BB-DF7F-42F241AA85DD}"/>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9" name="Text Placeholder 5">
            <a:extLst>
              <a:ext uri="{FF2B5EF4-FFF2-40B4-BE49-F238E27FC236}">
                <a16:creationId xmlns:a16="http://schemas.microsoft.com/office/drawing/2014/main" id="{A308E3CA-35E3-E1C9-8C2F-62791A02F2C9}"/>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5" name="Straight Connector 14">
            <a:extLst>
              <a:ext uri="{FF2B5EF4-FFF2-40B4-BE49-F238E27FC236}">
                <a16:creationId xmlns:a16="http://schemas.microsoft.com/office/drawing/2014/main" id="{C0B1F9E4-F528-EB98-7920-D7DB07C0E2A8}"/>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CDC65031-AAFE-C4B9-CE13-F68942B38940}"/>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3A48337C-EF29-BBC1-7EB9-2D6665CBE6E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28328503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9 Quadrant Slid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2" name="Straight Connector 11">
            <a:extLst>
              <a:ext uri="{FF2B5EF4-FFF2-40B4-BE49-F238E27FC236}">
                <a16:creationId xmlns:a16="http://schemas.microsoft.com/office/drawing/2014/main" id="{26ECB603-E4A6-8936-BF64-1DE09C6AD099}"/>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5">
            <a:extLst>
              <a:ext uri="{FF2B5EF4-FFF2-40B4-BE49-F238E27FC236}">
                <a16:creationId xmlns:a16="http://schemas.microsoft.com/office/drawing/2014/main" id="{2D24FE4C-85E1-0084-52BC-F8B2BA7B4AA7}"/>
              </a:ext>
            </a:extLst>
          </p:cNvPr>
          <p:cNvSpPr>
            <a:spLocks noGrp="1"/>
          </p:cNvSpPr>
          <p:nvPr>
            <p:ph type="body" sz="quarter" idx="12" hasCustomPrompt="1"/>
          </p:nvPr>
        </p:nvSpPr>
        <p:spPr>
          <a:xfrm>
            <a:off x="304802"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3" name="Text Placeholder 8">
            <a:extLst>
              <a:ext uri="{FF2B5EF4-FFF2-40B4-BE49-F238E27FC236}">
                <a16:creationId xmlns:a16="http://schemas.microsoft.com/office/drawing/2014/main" id="{3DB9D3C6-FE3F-383C-95B7-6C7928D77190}"/>
              </a:ext>
            </a:extLst>
          </p:cNvPr>
          <p:cNvSpPr>
            <a:spLocks noGrp="1"/>
          </p:cNvSpPr>
          <p:nvPr>
            <p:ph type="body" sz="quarter" idx="16" hasCustomPrompt="1"/>
          </p:nvPr>
        </p:nvSpPr>
        <p:spPr>
          <a:xfrm>
            <a:off x="304802" y="852146"/>
            <a:ext cx="11588746" cy="307777"/>
          </a:xfrm>
          <a:prstGeom prst="rect">
            <a:avLst/>
          </a:prstGeom>
        </p:spPr>
        <p:txBody>
          <a:bodyPr wrap="square" lIns="0" tIns="0" rIns="0" bIns="0" anchor="t">
            <a:spAutoFit/>
          </a:bodyPr>
          <a:lstStyle>
            <a:lvl1pPr marL="0">
              <a:lnSpc>
                <a:spcPct val="100000"/>
              </a:lnSpc>
              <a:buNone/>
              <a:defRPr sz="2000">
                <a:solidFill>
                  <a:schemeClr val="accent3"/>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5" name="Straight Connector 4">
            <a:extLst>
              <a:ext uri="{FF2B5EF4-FFF2-40B4-BE49-F238E27FC236}">
                <a16:creationId xmlns:a16="http://schemas.microsoft.com/office/drawing/2014/main" id="{DD83C53F-3931-3034-2884-C7D69B66685B}"/>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BCCBBC0-EB88-1C29-EE7C-E7E1244E180D}"/>
              </a:ext>
            </a:extLst>
          </p:cNvPr>
          <p:cNvCxnSpPr>
            <a:cxnSpLocks/>
          </p:cNvCxnSpPr>
          <p:nvPr userDrawn="1"/>
        </p:nvCxnSpPr>
        <p:spPr>
          <a:xfrm>
            <a:off x="4126231" y="2770337"/>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B36808C-73D1-CBF7-3A76-98A689F92B94}"/>
              </a:ext>
            </a:extLst>
          </p:cNvPr>
          <p:cNvCxnSpPr>
            <a:cxnSpLocks/>
          </p:cNvCxnSpPr>
          <p:nvPr userDrawn="1"/>
        </p:nvCxnSpPr>
        <p:spPr>
          <a:xfrm>
            <a:off x="4126231" y="1270058"/>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C95F144-B268-1BA9-87F1-8EF8B9ABA1DC}"/>
              </a:ext>
            </a:extLst>
          </p:cNvPr>
          <p:cNvCxnSpPr>
            <a:cxnSpLocks/>
          </p:cNvCxnSpPr>
          <p:nvPr userDrawn="1"/>
        </p:nvCxnSpPr>
        <p:spPr>
          <a:xfrm>
            <a:off x="4126231" y="4270616"/>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90F22EC-9CCD-152B-4C9C-E95C704A2BCA}"/>
              </a:ext>
            </a:extLst>
          </p:cNvPr>
          <p:cNvCxnSpPr>
            <a:cxnSpLocks/>
          </p:cNvCxnSpPr>
          <p:nvPr userDrawn="1"/>
        </p:nvCxnSpPr>
        <p:spPr>
          <a:xfrm>
            <a:off x="8065769" y="2770337"/>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9FE63B5-AF2A-F39D-3E73-657212EE67CD}"/>
              </a:ext>
            </a:extLst>
          </p:cNvPr>
          <p:cNvCxnSpPr>
            <a:cxnSpLocks/>
          </p:cNvCxnSpPr>
          <p:nvPr userDrawn="1"/>
        </p:nvCxnSpPr>
        <p:spPr>
          <a:xfrm>
            <a:off x="8065769" y="1270058"/>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884ED46-3C25-4B1F-AC50-2C1FAFD6997D}"/>
              </a:ext>
            </a:extLst>
          </p:cNvPr>
          <p:cNvCxnSpPr>
            <a:cxnSpLocks/>
          </p:cNvCxnSpPr>
          <p:nvPr userDrawn="1"/>
        </p:nvCxnSpPr>
        <p:spPr>
          <a:xfrm>
            <a:off x="8065769" y="4270616"/>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6496010-C944-09EC-881D-5EF7BF93C1F4}"/>
              </a:ext>
            </a:extLst>
          </p:cNvPr>
          <p:cNvGrpSpPr/>
          <p:nvPr userDrawn="1"/>
        </p:nvGrpSpPr>
        <p:grpSpPr>
          <a:xfrm>
            <a:off x="304802" y="2641990"/>
            <a:ext cx="11582396" cy="0"/>
            <a:chOff x="304802" y="2662193"/>
            <a:chExt cx="11582396" cy="0"/>
          </a:xfrm>
        </p:grpSpPr>
        <p:cxnSp>
          <p:nvCxnSpPr>
            <p:cNvPr id="45" name="Straight Arrow Connector 44">
              <a:extLst>
                <a:ext uri="{FF2B5EF4-FFF2-40B4-BE49-F238E27FC236}">
                  <a16:creationId xmlns:a16="http://schemas.microsoft.com/office/drawing/2014/main" id="{EB87DD1C-33BF-7975-1ECE-B1373A17D56D}"/>
                </a:ext>
              </a:extLst>
            </p:cNvPr>
            <p:cNvCxnSpPr>
              <a:cxnSpLocks/>
            </p:cNvCxnSpPr>
            <p:nvPr userDrawn="1"/>
          </p:nvCxnSpPr>
          <p:spPr>
            <a:xfrm>
              <a:off x="304802" y="2662193"/>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439234A-718F-A596-E0EB-C2CCF408AA6C}"/>
                </a:ext>
              </a:extLst>
            </p:cNvPr>
            <p:cNvCxnSpPr>
              <a:cxnSpLocks/>
            </p:cNvCxnSpPr>
            <p:nvPr userDrawn="1"/>
          </p:nvCxnSpPr>
          <p:spPr>
            <a:xfrm>
              <a:off x="4244340" y="2662193"/>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BB456C8-36BA-0A39-3488-3A04FE000038}"/>
                </a:ext>
              </a:extLst>
            </p:cNvPr>
            <p:cNvCxnSpPr>
              <a:cxnSpLocks/>
            </p:cNvCxnSpPr>
            <p:nvPr userDrawn="1"/>
          </p:nvCxnSpPr>
          <p:spPr>
            <a:xfrm>
              <a:off x="8183878" y="2662193"/>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A92A664-D30D-027A-666D-805FBB1CDC52}"/>
              </a:ext>
            </a:extLst>
          </p:cNvPr>
          <p:cNvGrpSpPr/>
          <p:nvPr userDrawn="1"/>
        </p:nvGrpSpPr>
        <p:grpSpPr>
          <a:xfrm>
            <a:off x="304802" y="4142268"/>
            <a:ext cx="11582396" cy="0"/>
            <a:chOff x="304802" y="4226976"/>
            <a:chExt cx="11582396" cy="0"/>
          </a:xfrm>
        </p:grpSpPr>
        <p:cxnSp>
          <p:nvCxnSpPr>
            <p:cNvPr id="46" name="Straight Arrow Connector 45">
              <a:extLst>
                <a:ext uri="{FF2B5EF4-FFF2-40B4-BE49-F238E27FC236}">
                  <a16:creationId xmlns:a16="http://schemas.microsoft.com/office/drawing/2014/main" id="{3DBEC36E-85E5-B465-B1A1-7683349364C3}"/>
                </a:ext>
              </a:extLst>
            </p:cNvPr>
            <p:cNvCxnSpPr>
              <a:cxnSpLocks/>
            </p:cNvCxnSpPr>
            <p:nvPr userDrawn="1"/>
          </p:nvCxnSpPr>
          <p:spPr>
            <a:xfrm>
              <a:off x="304802" y="422697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A4F5584-F5A7-C673-8E4F-CEE4D70CA43A}"/>
                </a:ext>
              </a:extLst>
            </p:cNvPr>
            <p:cNvCxnSpPr>
              <a:cxnSpLocks/>
            </p:cNvCxnSpPr>
            <p:nvPr userDrawn="1"/>
          </p:nvCxnSpPr>
          <p:spPr>
            <a:xfrm>
              <a:off x="4244340" y="422697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CFBE02C-01E0-29BD-154D-DCB2FBFF033D}"/>
                </a:ext>
              </a:extLst>
            </p:cNvPr>
            <p:cNvCxnSpPr>
              <a:cxnSpLocks/>
            </p:cNvCxnSpPr>
            <p:nvPr userDrawn="1"/>
          </p:nvCxnSpPr>
          <p:spPr>
            <a:xfrm>
              <a:off x="8183878" y="422697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sp>
        <p:nvSpPr>
          <p:cNvPr id="16" name="Text Placeholder 9">
            <a:extLst>
              <a:ext uri="{FF2B5EF4-FFF2-40B4-BE49-F238E27FC236}">
                <a16:creationId xmlns:a16="http://schemas.microsoft.com/office/drawing/2014/main" id="{2E75CAA5-6B1A-AC4A-DA8F-03183C71CC7F}"/>
              </a:ext>
            </a:extLst>
          </p:cNvPr>
          <p:cNvSpPr>
            <a:spLocks noGrp="1"/>
          </p:cNvSpPr>
          <p:nvPr>
            <p:ph type="body" sz="quarter" idx="13" hasCustomPrompt="1"/>
          </p:nvPr>
        </p:nvSpPr>
        <p:spPr>
          <a:xfrm>
            <a:off x="306831"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6" name="Footer Placeholder 3">
            <a:extLst>
              <a:ext uri="{FF2B5EF4-FFF2-40B4-BE49-F238E27FC236}">
                <a16:creationId xmlns:a16="http://schemas.microsoft.com/office/drawing/2014/main" id="{B1FDA08B-4AD6-1BAC-5C63-86B8ABBF9F05}"/>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10225980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se Study Cover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3921E43-22E4-9F7A-6538-0A09DA0B9754}"/>
              </a:ext>
            </a:extLst>
          </p:cNvPr>
          <p:cNvCxnSpPr>
            <a:cxnSpLocks/>
          </p:cNvCxnSpPr>
          <p:nvPr userDrawn="1"/>
        </p:nvCxnSpPr>
        <p:spPr>
          <a:xfrm>
            <a:off x="3951708" y="2312527"/>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551A300-87B6-6F26-BA07-5355308A2F69}"/>
              </a:ext>
            </a:extLst>
          </p:cNvPr>
          <p:cNvCxnSpPr>
            <a:cxnSpLocks/>
          </p:cNvCxnSpPr>
          <p:nvPr userDrawn="1"/>
        </p:nvCxnSpPr>
        <p:spPr>
          <a:xfrm>
            <a:off x="3951708" y="3899273"/>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D78ACCB-CE18-7093-3B9E-CCB3DEB72569}"/>
              </a:ext>
            </a:extLst>
          </p:cNvPr>
          <p:cNvCxnSpPr>
            <a:cxnSpLocks/>
          </p:cNvCxnSpPr>
          <p:nvPr userDrawn="1"/>
        </p:nvCxnSpPr>
        <p:spPr>
          <a:xfrm>
            <a:off x="3971838" y="5486017"/>
            <a:ext cx="791536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F1FF27C-F710-DD12-5BB5-44785ABF7B44}"/>
              </a:ext>
            </a:extLst>
          </p:cNvPr>
          <p:cNvCxnSpPr>
            <a:cxnSpLocks/>
          </p:cNvCxnSpPr>
          <p:nvPr userDrawn="1"/>
        </p:nvCxnSpPr>
        <p:spPr>
          <a:xfrm flipV="1">
            <a:off x="3232677" y="833354"/>
            <a:ext cx="0" cy="4652663"/>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5" name="Online Image Placeholder 14">
            <a:extLst>
              <a:ext uri="{FF2B5EF4-FFF2-40B4-BE49-F238E27FC236}">
                <a16:creationId xmlns:a16="http://schemas.microsoft.com/office/drawing/2014/main" id="{FCBFC17B-03F9-3E34-0906-7555744B2F4D}"/>
              </a:ext>
            </a:extLst>
          </p:cNvPr>
          <p:cNvSpPr>
            <a:spLocks noGrp="1"/>
          </p:cNvSpPr>
          <p:nvPr>
            <p:ph type="clipArt" sz="quarter" idx="16"/>
          </p:nvPr>
        </p:nvSpPr>
        <p:spPr>
          <a:xfrm>
            <a:off x="304800" y="833354"/>
            <a:ext cx="2076450" cy="2075688"/>
          </a:xfrm>
          <a:prstGeom prst="rect">
            <a:avLst/>
          </a:prstGeom>
        </p:spPr>
        <p:txBody>
          <a:bodyPr/>
          <a:lstStyle/>
          <a:p>
            <a:r>
              <a:rPr lang="en-US"/>
              <a:t>Click icon to add online image</a:t>
            </a:r>
            <a:endParaRPr lang="en-BR"/>
          </a:p>
        </p:txBody>
      </p:sp>
      <p:sp>
        <p:nvSpPr>
          <p:cNvPr id="18" name="Text Placeholder 9">
            <a:extLst>
              <a:ext uri="{FF2B5EF4-FFF2-40B4-BE49-F238E27FC236}">
                <a16:creationId xmlns:a16="http://schemas.microsoft.com/office/drawing/2014/main" id="{D9F92981-CF04-004C-89B7-E8F4F2FCDC15}"/>
              </a:ext>
            </a:extLst>
          </p:cNvPr>
          <p:cNvSpPr>
            <a:spLocks noGrp="1"/>
          </p:cNvSpPr>
          <p:nvPr>
            <p:ph type="body" sz="quarter" idx="14" hasCustomPrompt="1"/>
          </p:nvPr>
        </p:nvSpPr>
        <p:spPr>
          <a:xfrm>
            <a:off x="5408753" y="2420100"/>
            <a:ext cx="2286000" cy="215444"/>
          </a:xfrm>
          <a:prstGeom prst="rect">
            <a:avLst/>
          </a:prstGeom>
        </p:spPr>
        <p:txBody>
          <a:bodyPr lIns="0" tIns="0" rIns="0" bIns="0" anchor="ctr">
            <a:spAutoFit/>
          </a:bodyP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Sixth Street Commitment</a:t>
            </a:r>
            <a:endParaRPr lang="en-BR" baseline="30000" dirty="0"/>
          </a:p>
        </p:txBody>
      </p:sp>
      <p:sp>
        <p:nvSpPr>
          <p:cNvPr id="19" name="Text Placeholder 9">
            <a:extLst>
              <a:ext uri="{FF2B5EF4-FFF2-40B4-BE49-F238E27FC236}">
                <a16:creationId xmlns:a16="http://schemas.microsoft.com/office/drawing/2014/main" id="{E01D3ABC-EDE2-B338-3557-FCB1C4B88B83}"/>
              </a:ext>
            </a:extLst>
          </p:cNvPr>
          <p:cNvSpPr>
            <a:spLocks noGrp="1"/>
          </p:cNvSpPr>
          <p:nvPr>
            <p:ph type="body" sz="quarter" idx="18" hasCustomPrompt="1"/>
          </p:nvPr>
        </p:nvSpPr>
        <p:spPr>
          <a:xfrm>
            <a:off x="5408753" y="833354"/>
            <a:ext cx="2286000" cy="215444"/>
          </a:xfrm>
          <a:prstGeom prst="rect">
            <a:avLst/>
          </a:prstGeom>
        </p:spPr>
        <p:txBody>
          <a:bodyPr lIns="0" tIns="0" rIns="0" bIns="0" anchor="ctr">
            <a:spAutoFit/>
          </a:bodyP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Initial Investment</a:t>
            </a:r>
            <a:endParaRPr lang="en-BR" dirty="0"/>
          </a:p>
        </p:txBody>
      </p:sp>
      <p:sp>
        <p:nvSpPr>
          <p:cNvPr id="20" name="Text Placeholder 9">
            <a:extLst>
              <a:ext uri="{FF2B5EF4-FFF2-40B4-BE49-F238E27FC236}">
                <a16:creationId xmlns:a16="http://schemas.microsoft.com/office/drawing/2014/main" id="{F999843D-AFC5-57A8-EB2E-09C893431B2E}"/>
              </a:ext>
            </a:extLst>
          </p:cNvPr>
          <p:cNvSpPr>
            <a:spLocks noGrp="1"/>
          </p:cNvSpPr>
          <p:nvPr>
            <p:ph type="body" sz="quarter" idx="19" hasCustomPrompt="1"/>
          </p:nvPr>
        </p:nvSpPr>
        <p:spPr>
          <a:xfrm>
            <a:off x="5408753" y="4006846"/>
            <a:ext cx="2286000" cy="215444"/>
          </a:xfrm>
          <a:prstGeom prst="rect">
            <a:avLst/>
          </a:prstGeom>
        </p:spPr>
        <p:txBody>
          <a:bodyPr lIns="0" tIns="0" rIns="0" bIns="0" anchor="ctr">
            <a:spAutoFit/>
          </a:bodyP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Sixth Street Edge</a:t>
            </a:r>
            <a:endParaRPr lang="en-BR" dirty="0"/>
          </a:p>
        </p:txBody>
      </p:sp>
      <p:sp>
        <p:nvSpPr>
          <p:cNvPr id="8" name="Text Placeholder 9">
            <a:extLst>
              <a:ext uri="{FF2B5EF4-FFF2-40B4-BE49-F238E27FC236}">
                <a16:creationId xmlns:a16="http://schemas.microsoft.com/office/drawing/2014/main" id="{E87EB5BC-9B12-65FD-9349-9758B043D3A5}"/>
              </a:ext>
            </a:extLst>
          </p:cNvPr>
          <p:cNvSpPr>
            <a:spLocks noGrp="1"/>
          </p:cNvSpPr>
          <p:nvPr>
            <p:ph type="body" sz="quarter" idx="13" hasCustomPrompt="1"/>
          </p:nvPr>
        </p:nvSpPr>
        <p:spPr>
          <a:xfrm>
            <a:off x="304800" y="6015526"/>
            <a:ext cx="11582400"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9" name="Text Placeholder 5">
            <a:extLst>
              <a:ext uri="{FF2B5EF4-FFF2-40B4-BE49-F238E27FC236}">
                <a16:creationId xmlns:a16="http://schemas.microsoft.com/office/drawing/2014/main" id="{DA7B2804-7194-050A-27C5-DFFEA2BF11EB}"/>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grpSp>
        <p:nvGrpSpPr>
          <p:cNvPr id="32" name="Group 31">
            <a:extLst>
              <a:ext uri="{FF2B5EF4-FFF2-40B4-BE49-F238E27FC236}">
                <a16:creationId xmlns:a16="http://schemas.microsoft.com/office/drawing/2014/main" id="{3DF0EACF-9C2E-44EB-E42E-C62DE9F5A597}"/>
              </a:ext>
            </a:extLst>
          </p:cNvPr>
          <p:cNvGrpSpPr/>
          <p:nvPr userDrawn="1"/>
        </p:nvGrpSpPr>
        <p:grpSpPr>
          <a:xfrm>
            <a:off x="3998653" y="833354"/>
            <a:ext cx="505599" cy="3702692"/>
            <a:chOff x="3998653" y="833354"/>
            <a:chExt cx="505599" cy="3702692"/>
          </a:xfrm>
        </p:grpSpPr>
        <p:pic>
          <p:nvPicPr>
            <p:cNvPr id="28" name="Online Image Placeholder 17">
              <a:extLst>
                <a:ext uri="{FF2B5EF4-FFF2-40B4-BE49-F238E27FC236}">
                  <a16:creationId xmlns:a16="http://schemas.microsoft.com/office/drawing/2014/main" id="{919226AD-378A-A62C-12DA-58B710DDFF0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99452" y="833354"/>
              <a:ext cx="504000" cy="504000"/>
            </a:xfrm>
            <a:prstGeom prst="rect">
              <a:avLst/>
            </a:prstGeom>
          </p:spPr>
        </p:pic>
        <p:pic>
          <p:nvPicPr>
            <p:cNvPr id="29" name="Online Image Placeholder 18">
              <a:extLst>
                <a:ext uri="{FF2B5EF4-FFF2-40B4-BE49-F238E27FC236}">
                  <a16:creationId xmlns:a16="http://schemas.microsoft.com/office/drawing/2014/main" id="{8B664884-FF49-684D-C16D-84A0981CACE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998653" y="2420100"/>
              <a:ext cx="505599" cy="505599"/>
            </a:xfrm>
            <a:prstGeom prst="rect">
              <a:avLst/>
            </a:prstGeom>
          </p:spPr>
        </p:pic>
        <p:pic>
          <p:nvPicPr>
            <p:cNvPr id="30" name="Online Image Placeholder 19">
              <a:extLst>
                <a:ext uri="{FF2B5EF4-FFF2-40B4-BE49-F238E27FC236}">
                  <a16:creationId xmlns:a16="http://schemas.microsoft.com/office/drawing/2014/main" id="{627AA812-EA43-36AE-A818-2F15726483D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019121" y="4006846"/>
              <a:ext cx="464663" cy="529200"/>
            </a:xfrm>
            <a:prstGeom prst="rect">
              <a:avLst/>
            </a:prstGeom>
          </p:spPr>
        </p:pic>
      </p:grpSp>
      <p:cxnSp>
        <p:nvCxnSpPr>
          <p:cNvPr id="31" name="Straight Connector 30">
            <a:extLst>
              <a:ext uri="{FF2B5EF4-FFF2-40B4-BE49-F238E27FC236}">
                <a16:creationId xmlns:a16="http://schemas.microsoft.com/office/drawing/2014/main" id="{49154313-4137-AFDF-DC3B-54E71546FF87}"/>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76BFB62-890D-57E5-DC7C-CABF568F35D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C8C79E5-C406-E37C-7E8A-F1DB3C5A1F5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14" name="Text Placeholder 13">
            <a:extLst>
              <a:ext uri="{FF2B5EF4-FFF2-40B4-BE49-F238E27FC236}">
                <a16:creationId xmlns:a16="http://schemas.microsoft.com/office/drawing/2014/main" id="{5D5C42EA-3ADE-D91E-755F-8A9BA92D4A0A}"/>
              </a:ext>
            </a:extLst>
          </p:cNvPr>
          <p:cNvSpPr>
            <a:spLocks noGrp="1"/>
          </p:cNvSpPr>
          <p:nvPr>
            <p:ph type="body" sz="quarter" idx="23" hasCustomPrompt="1"/>
          </p:nvPr>
        </p:nvSpPr>
        <p:spPr>
          <a:xfrm>
            <a:off x="304801" y="3495557"/>
            <a:ext cx="2076450" cy="1107996"/>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3">
            <a:extLst>
              <a:ext uri="{FF2B5EF4-FFF2-40B4-BE49-F238E27FC236}">
                <a16:creationId xmlns:a16="http://schemas.microsoft.com/office/drawing/2014/main" id="{D926B2D8-4316-D529-E882-3C39325EF9E9}"/>
              </a:ext>
            </a:extLst>
          </p:cNvPr>
          <p:cNvSpPr>
            <a:spLocks noGrp="1"/>
          </p:cNvSpPr>
          <p:nvPr>
            <p:ph type="body" sz="quarter" idx="24" hasCustomPrompt="1"/>
          </p:nvPr>
        </p:nvSpPr>
        <p:spPr>
          <a:xfrm>
            <a:off x="8229600" y="833354"/>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13">
            <a:extLst>
              <a:ext uri="{FF2B5EF4-FFF2-40B4-BE49-F238E27FC236}">
                <a16:creationId xmlns:a16="http://schemas.microsoft.com/office/drawing/2014/main" id="{D4E0EB75-E7AE-8579-6C41-BC74F241BC36}"/>
              </a:ext>
            </a:extLst>
          </p:cNvPr>
          <p:cNvSpPr>
            <a:spLocks noGrp="1"/>
          </p:cNvSpPr>
          <p:nvPr>
            <p:ph type="body" sz="quarter" idx="25" hasCustomPrompt="1"/>
          </p:nvPr>
        </p:nvSpPr>
        <p:spPr>
          <a:xfrm>
            <a:off x="8229600" y="2420100"/>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13">
            <a:extLst>
              <a:ext uri="{FF2B5EF4-FFF2-40B4-BE49-F238E27FC236}">
                <a16:creationId xmlns:a16="http://schemas.microsoft.com/office/drawing/2014/main" id="{00D4F583-78F4-1462-C63E-58A044695D56}"/>
              </a:ext>
            </a:extLst>
          </p:cNvPr>
          <p:cNvSpPr>
            <a:spLocks noGrp="1"/>
          </p:cNvSpPr>
          <p:nvPr>
            <p:ph type="body" sz="quarter" idx="26" hasCustomPrompt="1"/>
          </p:nvPr>
        </p:nvSpPr>
        <p:spPr>
          <a:xfrm>
            <a:off x="8229600" y="4006846"/>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739661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se Study Cover Slide [Dark]">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FC42EC4-0358-B1AD-55CF-413AEB358F24}"/>
              </a:ext>
            </a:extLst>
          </p:cNvPr>
          <p:cNvSpPr/>
          <p:nvPr userDrawn="1"/>
        </p:nvSpPr>
        <p:spPr>
          <a:xfrm>
            <a:off x="0" y="642119"/>
            <a:ext cx="3239647" cy="49719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15" name="Online Image Placeholder 14">
            <a:extLst>
              <a:ext uri="{FF2B5EF4-FFF2-40B4-BE49-F238E27FC236}">
                <a16:creationId xmlns:a16="http://schemas.microsoft.com/office/drawing/2014/main" id="{FCBFC17B-03F9-3E34-0906-7555744B2F4D}"/>
              </a:ext>
            </a:extLst>
          </p:cNvPr>
          <p:cNvSpPr>
            <a:spLocks noGrp="1"/>
          </p:cNvSpPr>
          <p:nvPr>
            <p:ph type="clipArt" sz="quarter" idx="16"/>
          </p:nvPr>
        </p:nvSpPr>
        <p:spPr>
          <a:xfrm>
            <a:off x="304800" y="833438"/>
            <a:ext cx="2076450" cy="2011930"/>
          </a:xfrm>
          <a:prstGeom prst="rect">
            <a:avLst/>
          </a:prstGeom>
        </p:spPr>
        <p:txBody>
          <a:bodyPr/>
          <a:lstStyle/>
          <a:p>
            <a:r>
              <a:rPr lang="en-US"/>
              <a:t>Click icon to add online image</a:t>
            </a:r>
            <a:endParaRPr lang="en-BR"/>
          </a:p>
        </p:txBody>
      </p:sp>
      <p:sp>
        <p:nvSpPr>
          <p:cNvPr id="9" name="Text Placeholder 9">
            <a:extLst>
              <a:ext uri="{FF2B5EF4-FFF2-40B4-BE49-F238E27FC236}">
                <a16:creationId xmlns:a16="http://schemas.microsoft.com/office/drawing/2014/main" id="{CF684665-7C19-198B-E75D-743E1CD4B79E}"/>
              </a:ext>
            </a:extLst>
          </p:cNvPr>
          <p:cNvSpPr>
            <a:spLocks noGrp="1"/>
          </p:cNvSpPr>
          <p:nvPr>
            <p:ph type="body" sz="quarter" idx="13" hasCustomPrompt="1"/>
          </p:nvPr>
        </p:nvSpPr>
        <p:spPr>
          <a:xfrm>
            <a:off x="304800" y="6015526"/>
            <a:ext cx="11589375"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41" name="Straight Connector 40">
            <a:extLst>
              <a:ext uri="{FF2B5EF4-FFF2-40B4-BE49-F238E27FC236}">
                <a16:creationId xmlns:a16="http://schemas.microsoft.com/office/drawing/2014/main" id="{013353F5-CC7D-C06F-660B-E054035306D8}"/>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DE5ABD5-0989-422E-A3AA-080AC6E9C921}"/>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4B052F5-5605-8A06-40B4-3997614B70E1}"/>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cxnSp>
        <p:nvCxnSpPr>
          <p:cNvPr id="7" name="Straight Arrow Connector 6">
            <a:extLst>
              <a:ext uri="{FF2B5EF4-FFF2-40B4-BE49-F238E27FC236}">
                <a16:creationId xmlns:a16="http://schemas.microsoft.com/office/drawing/2014/main" id="{9F767001-9761-72A6-A554-6CF4F826092B}"/>
              </a:ext>
            </a:extLst>
          </p:cNvPr>
          <p:cNvCxnSpPr>
            <a:cxnSpLocks/>
          </p:cNvCxnSpPr>
          <p:nvPr userDrawn="1"/>
        </p:nvCxnSpPr>
        <p:spPr>
          <a:xfrm>
            <a:off x="3951708" y="2312527"/>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F890FC-9095-8B53-1BB0-AB2E10A243D3}"/>
              </a:ext>
            </a:extLst>
          </p:cNvPr>
          <p:cNvCxnSpPr>
            <a:cxnSpLocks/>
          </p:cNvCxnSpPr>
          <p:nvPr userDrawn="1"/>
        </p:nvCxnSpPr>
        <p:spPr>
          <a:xfrm>
            <a:off x="3951708" y="3899273"/>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47B6299-EB98-2A31-55E7-0C2C4D9E27ED}"/>
              </a:ext>
            </a:extLst>
          </p:cNvPr>
          <p:cNvSpPr>
            <a:spLocks noGrp="1"/>
          </p:cNvSpPr>
          <p:nvPr>
            <p:ph type="body" sz="quarter" idx="14" hasCustomPrompt="1"/>
          </p:nvPr>
        </p:nvSpPr>
        <p:spPr>
          <a:xfrm>
            <a:off x="5408753" y="2420100"/>
            <a:ext cx="2286000" cy="215444"/>
          </a:xfrm>
          <a:prstGeom prst="rect">
            <a:avLst/>
          </a:prstGeom>
        </p:spPr>
        <p:txBody>
          <a:bodyPr lIns="0" tIns="0" rIns="0" bIns="0" anchor="ctr">
            <a:spAutoFit/>
          </a:bodyP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Sixth Street Commitment</a:t>
            </a:r>
            <a:endParaRPr lang="en-BR" baseline="30000" dirty="0"/>
          </a:p>
        </p:txBody>
      </p:sp>
      <p:sp>
        <p:nvSpPr>
          <p:cNvPr id="16" name="Text Placeholder 9">
            <a:extLst>
              <a:ext uri="{FF2B5EF4-FFF2-40B4-BE49-F238E27FC236}">
                <a16:creationId xmlns:a16="http://schemas.microsoft.com/office/drawing/2014/main" id="{9B2DCA6A-E19A-D296-A454-48A2F1B6B873}"/>
              </a:ext>
            </a:extLst>
          </p:cNvPr>
          <p:cNvSpPr>
            <a:spLocks noGrp="1"/>
          </p:cNvSpPr>
          <p:nvPr>
            <p:ph type="body" sz="quarter" idx="18" hasCustomPrompt="1"/>
          </p:nvPr>
        </p:nvSpPr>
        <p:spPr>
          <a:xfrm>
            <a:off x="5408753" y="833354"/>
            <a:ext cx="2286000" cy="215444"/>
          </a:xfrm>
          <a:prstGeom prst="rect">
            <a:avLst/>
          </a:prstGeom>
        </p:spPr>
        <p:txBody>
          <a:bodyPr lIns="0" tIns="0" rIns="0" bIns="0" anchor="ctr">
            <a:spAutoFit/>
          </a:bodyP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Initial Investment</a:t>
            </a:r>
            <a:endParaRPr lang="en-BR" dirty="0"/>
          </a:p>
        </p:txBody>
      </p:sp>
      <p:sp>
        <p:nvSpPr>
          <p:cNvPr id="18" name="Text Placeholder 9">
            <a:extLst>
              <a:ext uri="{FF2B5EF4-FFF2-40B4-BE49-F238E27FC236}">
                <a16:creationId xmlns:a16="http://schemas.microsoft.com/office/drawing/2014/main" id="{7AA6216F-D707-B4E2-31BD-194B5F741BBF}"/>
              </a:ext>
            </a:extLst>
          </p:cNvPr>
          <p:cNvSpPr>
            <a:spLocks noGrp="1"/>
          </p:cNvSpPr>
          <p:nvPr>
            <p:ph type="body" sz="quarter" idx="19" hasCustomPrompt="1"/>
          </p:nvPr>
        </p:nvSpPr>
        <p:spPr>
          <a:xfrm>
            <a:off x="5408753" y="4006846"/>
            <a:ext cx="2286000" cy="215444"/>
          </a:xfrm>
          <a:prstGeom prst="rect">
            <a:avLst/>
          </a:prstGeom>
        </p:spPr>
        <p:txBody>
          <a:bodyPr lIns="0" tIns="0" rIns="0" bIns="0" anchor="ctr">
            <a:spAutoFit/>
          </a:bodyP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Sixth Street Edge</a:t>
            </a:r>
            <a:endParaRPr lang="en-BR" dirty="0"/>
          </a:p>
        </p:txBody>
      </p:sp>
      <p:pic>
        <p:nvPicPr>
          <p:cNvPr id="20" name="Online Image Placeholder 17">
            <a:extLst>
              <a:ext uri="{FF2B5EF4-FFF2-40B4-BE49-F238E27FC236}">
                <a16:creationId xmlns:a16="http://schemas.microsoft.com/office/drawing/2014/main" id="{03A8AFED-EDAD-537A-1EB6-E6FEBCB8F85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99452" y="833354"/>
            <a:ext cx="504000" cy="504000"/>
          </a:xfrm>
          <a:prstGeom prst="rect">
            <a:avLst/>
          </a:prstGeom>
        </p:spPr>
      </p:pic>
      <p:pic>
        <p:nvPicPr>
          <p:cNvPr id="21" name="Online Image Placeholder 18">
            <a:extLst>
              <a:ext uri="{FF2B5EF4-FFF2-40B4-BE49-F238E27FC236}">
                <a16:creationId xmlns:a16="http://schemas.microsoft.com/office/drawing/2014/main" id="{71148D58-3184-7536-B794-DCB81CC3A53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998653" y="2420100"/>
            <a:ext cx="505599" cy="505599"/>
          </a:xfrm>
          <a:prstGeom prst="rect">
            <a:avLst/>
          </a:prstGeom>
        </p:spPr>
      </p:pic>
      <p:pic>
        <p:nvPicPr>
          <p:cNvPr id="22" name="Online Image Placeholder 19">
            <a:extLst>
              <a:ext uri="{FF2B5EF4-FFF2-40B4-BE49-F238E27FC236}">
                <a16:creationId xmlns:a16="http://schemas.microsoft.com/office/drawing/2014/main" id="{EA0636F5-4EC0-3ED4-55FF-A7F3DF6168D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019121" y="4006846"/>
            <a:ext cx="464663" cy="529200"/>
          </a:xfrm>
          <a:prstGeom prst="rect">
            <a:avLst/>
          </a:prstGeom>
        </p:spPr>
      </p:pic>
      <p:sp>
        <p:nvSpPr>
          <p:cNvPr id="23" name="Text Placeholder 13">
            <a:extLst>
              <a:ext uri="{FF2B5EF4-FFF2-40B4-BE49-F238E27FC236}">
                <a16:creationId xmlns:a16="http://schemas.microsoft.com/office/drawing/2014/main" id="{F2956C2C-95A5-4F4F-76B6-7FBBF1D6A7DB}"/>
              </a:ext>
            </a:extLst>
          </p:cNvPr>
          <p:cNvSpPr>
            <a:spLocks noGrp="1"/>
          </p:cNvSpPr>
          <p:nvPr userDrawn="1">
            <p:ph type="body" sz="quarter" idx="24" hasCustomPrompt="1"/>
          </p:nvPr>
        </p:nvSpPr>
        <p:spPr>
          <a:xfrm>
            <a:off x="8229600" y="833354"/>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3">
            <a:extLst>
              <a:ext uri="{FF2B5EF4-FFF2-40B4-BE49-F238E27FC236}">
                <a16:creationId xmlns:a16="http://schemas.microsoft.com/office/drawing/2014/main" id="{502A448A-BE27-0445-9E32-E9FB5E0A9729}"/>
              </a:ext>
            </a:extLst>
          </p:cNvPr>
          <p:cNvSpPr>
            <a:spLocks noGrp="1"/>
          </p:cNvSpPr>
          <p:nvPr userDrawn="1">
            <p:ph type="body" sz="quarter" idx="25" hasCustomPrompt="1"/>
          </p:nvPr>
        </p:nvSpPr>
        <p:spPr>
          <a:xfrm>
            <a:off x="8229600" y="2420100"/>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13">
            <a:extLst>
              <a:ext uri="{FF2B5EF4-FFF2-40B4-BE49-F238E27FC236}">
                <a16:creationId xmlns:a16="http://schemas.microsoft.com/office/drawing/2014/main" id="{8BD445DD-0E35-53D6-DAE0-8A42E88B3795}"/>
              </a:ext>
            </a:extLst>
          </p:cNvPr>
          <p:cNvSpPr>
            <a:spLocks noGrp="1"/>
          </p:cNvSpPr>
          <p:nvPr userDrawn="1">
            <p:ph type="body" sz="quarter" idx="26" hasCustomPrompt="1"/>
          </p:nvPr>
        </p:nvSpPr>
        <p:spPr>
          <a:xfrm>
            <a:off x="8229600" y="4006846"/>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13">
            <a:extLst>
              <a:ext uri="{FF2B5EF4-FFF2-40B4-BE49-F238E27FC236}">
                <a16:creationId xmlns:a16="http://schemas.microsoft.com/office/drawing/2014/main" id="{92E2DC88-A5A3-CEB6-2B60-1C9C2C75E0CF}"/>
              </a:ext>
            </a:extLst>
          </p:cNvPr>
          <p:cNvSpPr>
            <a:spLocks noGrp="1"/>
          </p:cNvSpPr>
          <p:nvPr>
            <p:ph type="body" sz="quarter" idx="23" hasCustomPrompt="1"/>
          </p:nvPr>
        </p:nvSpPr>
        <p:spPr>
          <a:xfrm>
            <a:off x="304801" y="3495557"/>
            <a:ext cx="2076450" cy="1107996"/>
          </a:xfrm>
        </p:spPr>
        <p:txBody>
          <a:bodyPr/>
          <a:lstStyle>
            <a:lvl1pPr>
              <a:buClrTx/>
              <a:defRPr>
                <a:solidFill>
                  <a:schemeClr val="bg2"/>
                </a:solidFill>
              </a:defRPr>
            </a:lvl1pPr>
            <a:lvl2pPr>
              <a:buClrTx/>
              <a:defRPr>
                <a:solidFill>
                  <a:schemeClr val="bg2"/>
                </a:solidFill>
              </a:defRPr>
            </a:lvl2pPr>
            <a:lvl3pPr>
              <a:buClrTx/>
              <a:defRPr>
                <a:solidFill>
                  <a:schemeClr val="bg2"/>
                </a:solidFill>
              </a:defRPr>
            </a:lvl3pPr>
            <a:lvl4pPr>
              <a:buClrTx/>
              <a:defRPr>
                <a:solidFill>
                  <a:schemeClr val="bg2"/>
                </a:solidFill>
              </a:defRPr>
            </a:lvl4pPr>
            <a:lvl5pPr>
              <a:buClrTx/>
              <a:defRPr>
                <a:solidFill>
                  <a:schemeClr val="bg2"/>
                </a:solidFill>
              </a:defRPr>
            </a:lvl5p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5">
            <a:extLst>
              <a:ext uri="{FF2B5EF4-FFF2-40B4-BE49-F238E27FC236}">
                <a16:creationId xmlns:a16="http://schemas.microsoft.com/office/drawing/2014/main" id="{7B0567A0-C6E6-E4D2-7546-05C15B950994}"/>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Tree>
    <p:extLst>
      <p:ext uri="{BB962C8B-B14F-4D97-AF65-F5344CB8AC3E}">
        <p14:creationId xmlns:p14="http://schemas.microsoft.com/office/powerpoint/2010/main" val="8633357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am Bio">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34F05C8-2DB5-CB7A-73D4-4E6D5AB284D6}"/>
              </a:ext>
            </a:extLst>
          </p:cNvPr>
          <p:cNvSpPr>
            <a:spLocks noGrp="1"/>
          </p:cNvSpPr>
          <p:nvPr>
            <p:ph type="body" sz="quarter" idx="12" hasCustomPrompt="1"/>
          </p:nvPr>
        </p:nvSpPr>
        <p:spPr>
          <a:xfrm>
            <a:off x="306887" y="305089"/>
            <a:ext cx="7623663" cy="337030"/>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9" name="Straight Connector 8">
            <a:extLst>
              <a:ext uri="{FF2B5EF4-FFF2-40B4-BE49-F238E27FC236}">
                <a16:creationId xmlns:a16="http://schemas.microsoft.com/office/drawing/2014/main" id="{2AE620F7-7A72-4232-8F5F-9F8312C43673}"/>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62FF253-BE3C-0507-18B3-BA1751E8C05F}"/>
              </a:ext>
            </a:extLst>
          </p:cNvPr>
          <p:cNvSpPr/>
          <p:nvPr userDrawn="1"/>
        </p:nvSpPr>
        <p:spPr>
          <a:xfrm>
            <a:off x="0" y="642120"/>
            <a:ext cx="3239647" cy="55737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5" name="Text Placeholder 16">
            <a:extLst>
              <a:ext uri="{FF2B5EF4-FFF2-40B4-BE49-F238E27FC236}">
                <a16:creationId xmlns:a16="http://schemas.microsoft.com/office/drawing/2014/main" id="{4B77598F-0A2B-01EF-7844-EE6692DF3344}"/>
              </a:ext>
            </a:extLst>
          </p:cNvPr>
          <p:cNvSpPr>
            <a:spLocks noGrp="1"/>
          </p:cNvSpPr>
          <p:nvPr>
            <p:ph type="body" sz="quarter" idx="17" hasCustomPrompt="1"/>
          </p:nvPr>
        </p:nvSpPr>
        <p:spPr>
          <a:xfrm>
            <a:off x="304799" y="4414459"/>
            <a:ext cx="2632709" cy="276999"/>
          </a:xfrm>
          <a:prstGeom prst="rect">
            <a:avLst/>
          </a:prstGeom>
        </p:spPr>
        <p:txBody>
          <a:bodyPr lIns="0" tIns="0" rIns="0" bIns="0" anchor="b"/>
          <a:lstStyle>
            <a:lvl1pPr marL="0">
              <a:lnSpc>
                <a:spcPct val="100000"/>
              </a:lnSpc>
              <a:buNone/>
              <a:defRPr sz="1800">
                <a:solidFill>
                  <a:schemeClr val="bg2"/>
                </a:solidFill>
                <a:latin typeface="+mj-lt"/>
              </a:defRPr>
            </a:lvl1pPr>
            <a:lvl2pPr>
              <a:buNone/>
              <a:defRPr sz="1400"/>
            </a:lvl2pPr>
            <a:lvl3pPr>
              <a:buNone/>
              <a:defRPr sz="1400"/>
            </a:lvl3pPr>
            <a:lvl4pPr>
              <a:buNone/>
              <a:defRPr sz="1400"/>
            </a:lvl4pPr>
            <a:lvl5pPr>
              <a:buNone/>
              <a:defRPr sz="1400"/>
            </a:lvl5pPr>
          </a:lstStyle>
          <a:p>
            <a:pPr lvl="0"/>
            <a:r>
              <a:rPr lang="en-US" dirty="0"/>
              <a:t>Type name here</a:t>
            </a:r>
            <a:endParaRPr lang="en-BR" dirty="0"/>
          </a:p>
        </p:txBody>
      </p:sp>
      <p:sp>
        <p:nvSpPr>
          <p:cNvPr id="16" name="Text Placeholder 16">
            <a:extLst>
              <a:ext uri="{FF2B5EF4-FFF2-40B4-BE49-F238E27FC236}">
                <a16:creationId xmlns:a16="http://schemas.microsoft.com/office/drawing/2014/main" id="{EB1B3DC1-66A8-8005-1368-2FBC06CAAF5C}"/>
              </a:ext>
            </a:extLst>
          </p:cNvPr>
          <p:cNvSpPr>
            <a:spLocks noGrp="1"/>
          </p:cNvSpPr>
          <p:nvPr>
            <p:ph type="body" sz="quarter" idx="18" hasCustomPrompt="1"/>
          </p:nvPr>
        </p:nvSpPr>
        <p:spPr>
          <a:xfrm>
            <a:off x="304799" y="4768508"/>
            <a:ext cx="2632709" cy="713130"/>
          </a:xfrm>
          <a:prstGeom prst="rect">
            <a:avLst/>
          </a:prstGeom>
        </p:spPr>
        <p:txBody>
          <a:bodyPr lIns="0" tIns="0" rIns="0" bIns="0"/>
          <a:lstStyle>
            <a:lvl1pPr marL="0">
              <a:lnSpc>
                <a:spcPct val="100000"/>
              </a:lnSpc>
              <a:buNone/>
              <a:defRPr sz="1400">
                <a:solidFill>
                  <a:schemeClr val="bg1"/>
                </a:solidFill>
              </a:defRPr>
            </a:lvl1pPr>
            <a:lvl2pPr>
              <a:buNone/>
              <a:defRPr sz="1400"/>
            </a:lvl2pPr>
            <a:lvl3pPr>
              <a:buNone/>
              <a:defRPr sz="1400"/>
            </a:lvl3pPr>
            <a:lvl4pPr>
              <a:buNone/>
              <a:defRPr sz="1400"/>
            </a:lvl4pPr>
            <a:lvl5pPr>
              <a:buNone/>
              <a:defRPr sz="1400"/>
            </a:lvl5pPr>
          </a:lstStyle>
          <a:p>
            <a:pPr lvl="0"/>
            <a:r>
              <a:rPr lang="en-US" dirty="0"/>
              <a:t>Type role/partner here</a:t>
            </a:r>
            <a:endParaRPr lang="en-BR" dirty="0"/>
          </a:p>
        </p:txBody>
      </p:sp>
      <p:sp>
        <p:nvSpPr>
          <p:cNvPr id="20" name="Picture Placeholder 19">
            <a:extLst>
              <a:ext uri="{FF2B5EF4-FFF2-40B4-BE49-F238E27FC236}">
                <a16:creationId xmlns:a16="http://schemas.microsoft.com/office/drawing/2014/main" id="{EE65689B-7AD0-B1A4-BC15-4B811E5D250D}"/>
              </a:ext>
            </a:extLst>
          </p:cNvPr>
          <p:cNvSpPr>
            <a:spLocks noGrp="1"/>
          </p:cNvSpPr>
          <p:nvPr>
            <p:ph type="pic" sz="quarter" idx="21"/>
          </p:nvPr>
        </p:nvSpPr>
        <p:spPr>
          <a:xfrm>
            <a:off x="304801" y="836613"/>
            <a:ext cx="2632710" cy="3078162"/>
          </a:xfrm>
          <a:prstGeom prst="rect">
            <a:avLst/>
          </a:prstGeom>
        </p:spPr>
        <p:txBody>
          <a:bodyPr/>
          <a:lstStyle/>
          <a:p>
            <a:r>
              <a:rPr lang="en-US"/>
              <a:t>Click icon to add picture</a:t>
            </a:r>
            <a:endParaRPr lang="en-BR"/>
          </a:p>
        </p:txBody>
      </p:sp>
      <p:cxnSp>
        <p:nvCxnSpPr>
          <p:cNvPr id="4" name="Straight Connector 3">
            <a:extLst>
              <a:ext uri="{FF2B5EF4-FFF2-40B4-BE49-F238E27FC236}">
                <a16:creationId xmlns:a16="http://schemas.microsoft.com/office/drawing/2014/main" id="{FEBB55A8-64C8-0FB8-7573-608EA5518E48}"/>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842D754-6A74-A34F-DF91-15C0230A98F5}"/>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7" name="Text Placeholder 9">
            <a:extLst>
              <a:ext uri="{FF2B5EF4-FFF2-40B4-BE49-F238E27FC236}">
                <a16:creationId xmlns:a16="http://schemas.microsoft.com/office/drawing/2014/main" id="{85393320-455E-6A5F-C9C4-EFB5FC84F173}"/>
              </a:ext>
            </a:extLst>
          </p:cNvPr>
          <p:cNvSpPr>
            <a:spLocks noGrp="1"/>
          </p:cNvSpPr>
          <p:nvPr>
            <p:ph type="body" sz="quarter" idx="22" hasCustomPrompt="1"/>
          </p:nvPr>
        </p:nvSpPr>
        <p:spPr>
          <a:xfrm>
            <a:off x="8198094" y="869437"/>
            <a:ext cx="3685032" cy="153890"/>
          </a:xfrm>
          <a:prstGeom prst="rect">
            <a:avLst/>
          </a:prstGeom>
        </p:spPr>
        <p:txBody>
          <a:bodyPr lIns="0" tIns="0" rIns="0" bIns="0" anchor="ct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Selected Experience:</a:t>
            </a:r>
            <a:endParaRPr lang="en-BR" dirty="0"/>
          </a:p>
        </p:txBody>
      </p:sp>
      <p:sp>
        <p:nvSpPr>
          <p:cNvPr id="10" name="Text Placeholder 9">
            <a:extLst>
              <a:ext uri="{FF2B5EF4-FFF2-40B4-BE49-F238E27FC236}">
                <a16:creationId xmlns:a16="http://schemas.microsoft.com/office/drawing/2014/main" id="{2FEC88B3-F202-4F67-CD70-DCB27383DA03}"/>
              </a:ext>
            </a:extLst>
          </p:cNvPr>
          <p:cNvSpPr>
            <a:spLocks noGrp="1"/>
          </p:cNvSpPr>
          <p:nvPr>
            <p:ph type="body" sz="quarter" idx="24" hasCustomPrompt="1"/>
          </p:nvPr>
        </p:nvSpPr>
        <p:spPr>
          <a:xfrm>
            <a:off x="3876354" y="869437"/>
            <a:ext cx="3685032" cy="153890"/>
          </a:xfrm>
          <a:prstGeom prst="rect">
            <a:avLst/>
          </a:prstGeom>
        </p:spPr>
        <p:txBody>
          <a:bodyPr lIns="0" tIns="0" rIns="0" bIns="0" anchor="ctr"/>
          <a:lstStyle>
            <a:lvl1pPr algn="l">
              <a:lnSpc>
                <a:spcPct val="100000"/>
              </a:lnSpc>
              <a:buNone/>
              <a:defRPr sz="1400">
                <a:solidFill>
                  <a:schemeClr val="accent3"/>
                </a:solidFill>
              </a:defRPr>
            </a:lvl1pPr>
            <a:lvl2pPr>
              <a:buNone/>
              <a:defRPr/>
            </a:lvl2pPr>
            <a:lvl3pPr>
              <a:buNone/>
              <a:defRPr/>
            </a:lvl3pPr>
            <a:lvl4pPr>
              <a:buNone/>
              <a:defRPr/>
            </a:lvl4pPr>
            <a:lvl5pPr>
              <a:buNone/>
              <a:defRPr/>
            </a:lvl5pPr>
          </a:lstStyle>
          <a:p>
            <a:r>
              <a:rPr lang="en-US" dirty="0"/>
              <a:t>Bio:</a:t>
            </a:r>
            <a:endParaRPr lang="en-BR" dirty="0"/>
          </a:p>
        </p:txBody>
      </p:sp>
      <p:sp>
        <p:nvSpPr>
          <p:cNvPr id="12" name="Text Placeholder 11">
            <a:extLst>
              <a:ext uri="{FF2B5EF4-FFF2-40B4-BE49-F238E27FC236}">
                <a16:creationId xmlns:a16="http://schemas.microsoft.com/office/drawing/2014/main" id="{E54CB176-2C29-76FC-38CC-5B3A2575CD2C}"/>
              </a:ext>
            </a:extLst>
          </p:cNvPr>
          <p:cNvSpPr>
            <a:spLocks noGrp="1"/>
          </p:cNvSpPr>
          <p:nvPr>
            <p:ph type="body" sz="quarter" idx="25" hasCustomPrompt="1"/>
          </p:nvPr>
        </p:nvSpPr>
        <p:spPr>
          <a:xfrm>
            <a:off x="3876354" y="1250642"/>
            <a:ext cx="3685032" cy="4361688"/>
          </a:xfrm>
        </p:spPr>
        <p:txBody>
          <a:bodyPr/>
          <a:lstStyle>
            <a:lvl1pPr>
              <a:buNone/>
              <a:defRPr/>
            </a:lvl1pPr>
          </a:lstStyle>
          <a:p>
            <a:pPr lvl="0"/>
            <a:r>
              <a:rPr lang="en-US" dirty="0"/>
              <a:t>Type Bio Here</a:t>
            </a:r>
          </a:p>
        </p:txBody>
      </p:sp>
      <p:sp>
        <p:nvSpPr>
          <p:cNvPr id="13" name="Text Placeholder 11">
            <a:extLst>
              <a:ext uri="{FF2B5EF4-FFF2-40B4-BE49-F238E27FC236}">
                <a16:creationId xmlns:a16="http://schemas.microsoft.com/office/drawing/2014/main" id="{4EAF0C13-4B5F-A47A-C11A-CEA4CDD9682C}"/>
              </a:ext>
            </a:extLst>
          </p:cNvPr>
          <p:cNvSpPr>
            <a:spLocks noGrp="1"/>
          </p:cNvSpPr>
          <p:nvPr>
            <p:ph type="body" sz="quarter" idx="26" hasCustomPrompt="1"/>
          </p:nvPr>
        </p:nvSpPr>
        <p:spPr>
          <a:xfrm>
            <a:off x="8198094" y="1250642"/>
            <a:ext cx="3685032" cy="4361688"/>
          </a:xfrm>
        </p:spPr>
        <p:txBody>
          <a:bodyPr/>
          <a:lstStyle/>
          <a:p>
            <a:pPr lvl="0"/>
            <a:r>
              <a:rPr lang="en-US" dirty="0"/>
              <a:t>Type Experience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494627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Title Only Slide_Whit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9" name="Text Placeholder 8">
            <a:extLst>
              <a:ext uri="{FF2B5EF4-FFF2-40B4-BE49-F238E27FC236}">
                <a16:creationId xmlns:a16="http://schemas.microsoft.com/office/drawing/2014/main" id="{E67DB9C0-502F-B0D1-FF1B-9CCDD388B4D7}"/>
              </a:ext>
            </a:extLst>
          </p:cNvPr>
          <p:cNvSpPr>
            <a:spLocks noGrp="1"/>
          </p:cNvSpPr>
          <p:nvPr>
            <p:ph type="body" sz="quarter" idx="16" hasCustomPrompt="1"/>
          </p:nvPr>
        </p:nvSpPr>
        <p:spPr>
          <a:xfrm>
            <a:off x="304800" y="1800745"/>
            <a:ext cx="11582400" cy="3108960"/>
          </a:xfrm>
          <a:prstGeom prst="rect">
            <a:avLst/>
          </a:prstGeom>
        </p:spPr>
        <p:txBody>
          <a:bodyPr lIns="0" tIns="0" rIns="0" bIns="0" anchor="t"/>
          <a:lstStyle>
            <a:lvl1pPr marL="0">
              <a:lnSpc>
                <a:spcPct val="100000"/>
              </a:lnSpc>
              <a:buNone/>
              <a:defRPr sz="1400">
                <a:latin typeface="+mj-lt"/>
              </a:defRPr>
            </a:lvl1pPr>
            <a:lvl2pPr>
              <a:buNone/>
              <a:defRPr/>
            </a:lvl2pPr>
            <a:lvl3pPr>
              <a:buNone/>
              <a:defRPr/>
            </a:lvl3pPr>
            <a:lvl4pPr>
              <a:buNone/>
              <a:defRPr/>
            </a:lvl4pPr>
            <a:lvl5pPr>
              <a:buNone/>
              <a:defRPr/>
            </a:lvl5pPr>
          </a:lstStyle>
          <a:p>
            <a:pPr lvl="0"/>
            <a:r>
              <a:rPr lang="en-US" dirty="0"/>
              <a:t>Type quote here</a:t>
            </a:r>
          </a:p>
        </p:txBody>
      </p:sp>
      <p:sp>
        <p:nvSpPr>
          <p:cNvPr id="8" name="Text Placeholder 5">
            <a:extLst>
              <a:ext uri="{FF2B5EF4-FFF2-40B4-BE49-F238E27FC236}">
                <a16:creationId xmlns:a16="http://schemas.microsoft.com/office/drawing/2014/main" id="{37F63BCD-7B12-2C73-1648-39F001D98810}"/>
              </a:ext>
            </a:extLst>
          </p:cNvPr>
          <p:cNvSpPr>
            <a:spLocks noGrp="1"/>
          </p:cNvSpPr>
          <p:nvPr>
            <p:ph type="body" sz="quarter" idx="12" hasCustomPrompt="1"/>
          </p:nvPr>
        </p:nvSpPr>
        <p:spPr>
          <a:xfrm>
            <a:off x="306887" y="305088"/>
            <a:ext cx="7623663" cy="414083"/>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C5A8676C-27EA-3740-6C28-8ADA2151B4E0}"/>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75D51643-D87B-30D2-EC11-9E53DCB4875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grpSp>
        <p:nvGrpSpPr>
          <p:cNvPr id="16" name="Group 15">
            <a:extLst>
              <a:ext uri="{FF2B5EF4-FFF2-40B4-BE49-F238E27FC236}">
                <a16:creationId xmlns:a16="http://schemas.microsoft.com/office/drawing/2014/main" id="{18F80A78-9F02-5B48-1E0D-9422C10DA5CA}"/>
              </a:ext>
            </a:extLst>
          </p:cNvPr>
          <p:cNvGrpSpPr/>
          <p:nvPr userDrawn="1"/>
        </p:nvGrpSpPr>
        <p:grpSpPr>
          <a:xfrm>
            <a:off x="11178309" y="305088"/>
            <a:ext cx="708891" cy="758952"/>
            <a:chOff x="11184659" y="301264"/>
            <a:chExt cx="708891" cy="758952"/>
          </a:xfrm>
          <a:solidFill>
            <a:srgbClr val="EAEAEA"/>
          </a:solidFill>
        </p:grpSpPr>
        <p:sp>
          <p:nvSpPr>
            <p:cNvPr id="17" name="TextBox 16">
              <a:extLst>
                <a:ext uri="{FF2B5EF4-FFF2-40B4-BE49-F238E27FC236}">
                  <a16:creationId xmlns:a16="http://schemas.microsoft.com/office/drawing/2014/main" id="{7D6B9898-C0BE-BCDD-9799-75316AA1A84A}"/>
                </a:ext>
              </a:extLst>
            </p:cNvPr>
            <p:cNvSpPr txBox="1">
              <a:spLocks noChangeAspect="1"/>
            </p:cNvSpPr>
            <p:nvPr userDrawn="1"/>
          </p:nvSpPr>
          <p:spPr>
            <a:xfrm>
              <a:off x="11184659"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sp>
          <p:nvSpPr>
            <p:cNvPr id="18" name="TextBox 17">
              <a:extLst>
                <a:ext uri="{FF2B5EF4-FFF2-40B4-BE49-F238E27FC236}">
                  <a16:creationId xmlns:a16="http://schemas.microsoft.com/office/drawing/2014/main" id="{1DBF59B9-9B99-AD5C-4F51-E3618A3A3B12}"/>
                </a:ext>
              </a:extLst>
            </p:cNvPr>
            <p:cNvSpPr txBox="1">
              <a:spLocks noChangeAspect="1"/>
            </p:cNvSpPr>
            <p:nvPr userDrawn="1"/>
          </p:nvSpPr>
          <p:spPr>
            <a:xfrm>
              <a:off x="11564448"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grpSp>
      <p:sp>
        <p:nvSpPr>
          <p:cNvPr id="19" name="Text Placeholder 9">
            <a:extLst>
              <a:ext uri="{FF2B5EF4-FFF2-40B4-BE49-F238E27FC236}">
                <a16:creationId xmlns:a16="http://schemas.microsoft.com/office/drawing/2014/main" id="{956E06DE-0F04-C922-2407-0D66C00802DA}"/>
              </a:ext>
            </a:extLst>
          </p:cNvPr>
          <p:cNvSpPr>
            <a:spLocks noGrp="1"/>
          </p:cNvSpPr>
          <p:nvPr>
            <p:ph type="body" sz="quarter" idx="13" hasCustomPrompt="1"/>
          </p:nvPr>
        </p:nvSpPr>
        <p:spPr>
          <a:xfrm>
            <a:off x="306831" y="6015526"/>
            <a:ext cx="11582402" cy="123303"/>
          </a:xfrm>
          <a:prstGeom prst="rect">
            <a:avLst/>
          </a:prstGeom>
        </p:spPr>
        <p:txBody>
          <a:bodyPr lIns="0" tIns="0" rIns="0" bIns="0" anchor="b"/>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20545961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Title Only Slide_Pine">
    <p:bg>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solidFill>
                  <a:schemeClr val="bg1"/>
                </a:solidFill>
              </a:rPr>
              <a:pPr/>
              <a:t>‹#›</a:t>
            </a:fld>
            <a:endParaRPr lang="en-BR" sz="800" dirty="0">
              <a:solidFill>
                <a:schemeClr val="bg1"/>
              </a:solidFill>
            </a:endParaRPr>
          </a:p>
        </p:txBody>
      </p:sp>
      <p:sp>
        <p:nvSpPr>
          <p:cNvPr id="9" name="Text Placeholder 8">
            <a:extLst>
              <a:ext uri="{FF2B5EF4-FFF2-40B4-BE49-F238E27FC236}">
                <a16:creationId xmlns:a16="http://schemas.microsoft.com/office/drawing/2014/main" id="{E67DB9C0-502F-B0D1-FF1B-9CCDD388B4D7}"/>
              </a:ext>
            </a:extLst>
          </p:cNvPr>
          <p:cNvSpPr>
            <a:spLocks noGrp="1"/>
          </p:cNvSpPr>
          <p:nvPr>
            <p:ph type="body" sz="quarter" idx="16" hasCustomPrompt="1"/>
          </p:nvPr>
        </p:nvSpPr>
        <p:spPr>
          <a:xfrm>
            <a:off x="304800" y="1800745"/>
            <a:ext cx="11582400" cy="3108960"/>
          </a:xfrm>
          <a:prstGeom prst="rect">
            <a:avLst/>
          </a:prstGeom>
        </p:spPr>
        <p:txBody>
          <a:bodyPr lIns="0" tIns="0" rIns="0" bIns="0" anchor="t"/>
          <a:lstStyle>
            <a:lvl1pPr marL="0">
              <a:lnSpc>
                <a:spcPct val="100000"/>
              </a:lnSpc>
              <a:buNone/>
              <a:defRPr sz="1400">
                <a:solidFill>
                  <a:schemeClr val="bg2"/>
                </a:solidFill>
                <a:latin typeface="+mj-lt"/>
              </a:defRPr>
            </a:lvl1pPr>
            <a:lvl2pPr>
              <a:buNone/>
              <a:defRPr/>
            </a:lvl2pPr>
            <a:lvl3pPr>
              <a:buNone/>
              <a:defRPr/>
            </a:lvl3pPr>
            <a:lvl4pPr>
              <a:buNone/>
              <a:defRPr/>
            </a:lvl4pPr>
            <a:lvl5pPr>
              <a:buNone/>
              <a:defRPr/>
            </a:lvl5pPr>
          </a:lstStyle>
          <a:p>
            <a:pPr lvl="0"/>
            <a:r>
              <a:rPr lang="en-US" dirty="0"/>
              <a:t>Type quote here</a:t>
            </a:r>
          </a:p>
        </p:txBody>
      </p:sp>
      <p:sp>
        <p:nvSpPr>
          <p:cNvPr id="8" name="Text Placeholder 5">
            <a:extLst>
              <a:ext uri="{FF2B5EF4-FFF2-40B4-BE49-F238E27FC236}">
                <a16:creationId xmlns:a16="http://schemas.microsoft.com/office/drawing/2014/main" id="{37F63BCD-7B12-2C73-1648-39F001D98810}"/>
              </a:ext>
            </a:extLst>
          </p:cNvPr>
          <p:cNvSpPr>
            <a:spLocks noGrp="1"/>
          </p:cNvSpPr>
          <p:nvPr>
            <p:ph type="body" sz="quarter" idx="12" hasCustomPrompt="1"/>
          </p:nvPr>
        </p:nvSpPr>
        <p:spPr>
          <a:xfrm>
            <a:off x="306887" y="305088"/>
            <a:ext cx="7623663" cy="246221"/>
          </a:xfrm>
          <a:prstGeom prst="rect">
            <a:avLst/>
          </a:prstGeom>
        </p:spPr>
        <p:txBody>
          <a:bodyPr lIns="0" tIns="0" rIns="0" bIns="0"/>
          <a:lstStyle>
            <a:lvl1pPr marL="0" indent="0">
              <a:buNone/>
              <a:defRPr sz="1600">
                <a:solidFill>
                  <a:schemeClr val="bg2"/>
                </a:solidFill>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C5A8676C-27EA-3740-6C28-8ADA2151B4E0}"/>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75D51643-D87B-30D2-EC11-9E53DCB4875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chemeClr val="bg1"/>
                </a:solidFill>
              </a:defRPr>
            </a:lvl1pPr>
          </a:lstStyle>
          <a:p>
            <a:r>
              <a:rPr lang="en-US"/>
              <a:t>Sixth Street Highly Confidential</a:t>
            </a:r>
            <a:endParaRPr lang="en-US">
              <a:solidFill>
                <a:schemeClr val="bg1"/>
              </a:solidFill>
            </a:endParaRPr>
          </a:p>
        </p:txBody>
      </p:sp>
      <p:grpSp>
        <p:nvGrpSpPr>
          <p:cNvPr id="16" name="Group 15">
            <a:extLst>
              <a:ext uri="{FF2B5EF4-FFF2-40B4-BE49-F238E27FC236}">
                <a16:creationId xmlns:a16="http://schemas.microsoft.com/office/drawing/2014/main" id="{18F80A78-9F02-5B48-1E0D-9422C10DA5CA}"/>
              </a:ext>
            </a:extLst>
          </p:cNvPr>
          <p:cNvGrpSpPr/>
          <p:nvPr userDrawn="1"/>
        </p:nvGrpSpPr>
        <p:grpSpPr>
          <a:xfrm>
            <a:off x="11178309" y="305088"/>
            <a:ext cx="708891" cy="758952"/>
            <a:chOff x="11184659" y="301264"/>
            <a:chExt cx="708891" cy="758952"/>
          </a:xfrm>
          <a:solidFill>
            <a:schemeClr val="bg2"/>
          </a:solidFill>
        </p:grpSpPr>
        <p:sp>
          <p:nvSpPr>
            <p:cNvPr id="17" name="TextBox 16">
              <a:extLst>
                <a:ext uri="{FF2B5EF4-FFF2-40B4-BE49-F238E27FC236}">
                  <a16:creationId xmlns:a16="http://schemas.microsoft.com/office/drawing/2014/main" id="{7D6B9898-C0BE-BCDD-9799-75316AA1A84A}"/>
                </a:ext>
              </a:extLst>
            </p:cNvPr>
            <p:cNvSpPr txBox="1">
              <a:spLocks noChangeAspect="1"/>
            </p:cNvSpPr>
            <p:nvPr userDrawn="1"/>
          </p:nvSpPr>
          <p:spPr>
            <a:xfrm>
              <a:off x="11184659"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sp>
          <p:nvSpPr>
            <p:cNvPr id="18" name="TextBox 17">
              <a:extLst>
                <a:ext uri="{FF2B5EF4-FFF2-40B4-BE49-F238E27FC236}">
                  <a16:creationId xmlns:a16="http://schemas.microsoft.com/office/drawing/2014/main" id="{1DBF59B9-9B99-AD5C-4F51-E3618A3A3B12}"/>
                </a:ext>
              </a:extLst>
            </p:cNvPr>
            <p:cNvSpPr txBox="1">
              <a:spLocks noChangeAspect="1"/>
            </p:cNvSpPr>
            <p:nvPr userDrawn="1"/>
          </p:nvSpPr>
          <p:spPr>
            <a:xfrm>
              <a:off x="11564448"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grpSp>
      <p:sp>
        <p:nvSpPr>
          <p:cNvPr id="19" name="Text Placeholder 9">
            <a:extLst>
              <a:ext uri="{FF2B5EF4-FFF2-40B4-BE49-F238E27FC236}">
                <a16:creationId xmlns:a16="http://schemas.microsoft.com/office/drawing/2014/main" id="{956E06DE-0F04-C922-2407-0D66C00802DA}"/>
              </a:ext>
            </a:extLst>
          </p:cNvPr>
          <p:cNvSpPr>
            <a:spLocks noGrp="1"/>
          </p:cNvSpPr>
          <p:nvPr>
            <p:ph type="body" sz="quarter" idx="13" hasCustomPrompt="1"/>
          </p:nvPr>
        </p:nvSpPr>
        <p:spPr>
          <a:xfrm>
            <a:off x="306831" y="6015526"/>
            <a:ext cx="11582402" cy="123303"/>
          </a:xfrm>
          <a:prstGeom prst="rect">
            <a:avLst/>
          </a:prstGeom>
        </p:spPr>
        <p:txBody>
          <a:bodyPr lIns="0" tIns="0" rIns="0" bIns="0" anchor="b"/>
          <a:lstStyle>
            <a:lvl1pPr marL="0" indent="0" algn="l">
              <a:lnSpc>
                <a:spcPct val="125000"/>
              </a:lnSpc>
              <a:buNone/>
              <a:defRPr sz="700">
                <a:solidFill>
                  <a:schemeClr val="bg1"/>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pic>
        <p:nvPicPr>
          <p:cNvPr id="6" name="Graphic 5">
            <a:extLst>
              <a:ext uri="{FF2B5EF4-FFF2-40B4-BE49-F238E27FC236}">
                <a16:creationId xmlns:a16="http://schemas.microsoft.com/office/drawing/2014/main" id="{CFAD216B-5FC2-DD0C-524F-92E8B5898284}"/>
              </a:ext>
            </a:extLst>
          </p:cNvPr>
          <p:cNvPicPr>
            <a:picLocks noChangeAspect="1"/>
          </p:cNvPicPr>
          <p:nvPr userDrawn="1"/>
        </p:nvPicPr>
        <p:blipFill>
          <a:blip>
            <a:extLst>
              <a:ext uri="{96DAC541-7B7A-43D3-8B79-37D633B846F1}">
                <asvg:svgBlip xmlns:asvg="http://schemas.microsoft.com/office/drawing/2016/SVG/main" r:embed="rId2"/>
              </a:ext>
            </a:extLst>
          </a:blip>
          <a:srcRect l="21212"/>
          <a:stretch>
            <a:fillRect/>
          </a:stretch>
        </p:blipFill>
        <p:spPr>
          <a:xfrm>
            <a:off x="495300" y="6335126"/>
            <a:ext cx="694481" cy="213803"/>
          </a:xfrm>
          <a:prstGeom prst="rect">
            <a:avLst/>
          </a:prstGeom>
        </p:spPr>
      </p:pic>
    </p:spTree>
    <p:extLst>
      <p:ext uri="{BB962C8B-B14F-4D97-AF65-F5344CB8AC3E}">
        <p14:creationId xmlns:p14="http://schemas.microsoft.com/office/powerpoint/2010/main" val="25655869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sclaimer Slide">
    <p:bg>
      <p:bgPr>
        <a:solidFill>
          <a:schemeClr val="bg1"/>
        </a:solidFill>
        <a:effectLst/>
      </p:bgPr>
    </p:bg>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2D795034-6B8D-1643-5BD8-A91011ED21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Text Placeholder 7">
            <a:extLst>
              <a:ext uri="{FF2B5EF4-FFF2-40B4-BE49-F238E27FC236}">
                <a16:creationId xmlns:a16="http://schemas.microsoft.com/office/drawing/2014/main" id="{D78E9755-F94C-9836-5C97-B0373E99D598}"/>
              </a:ext>
            </a:extLst>
          </p:cNvPr>
          <p:cNvSpPr txBox="1">
            <a:spLocks/>
          </p:cNvSpPr>
          <p:nvPr userDrawn="1"/>
        </p:nvSpPr>
        <p:spPr>
          <a:xfrm>
            <a:off x="10254344" y="5495466"/>
            <a:ext cx="1641122" cy="15389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000" dirty="0">
              <a:solidFill>
                <a:schemeClr val="tx2"/>
              </a:solidFill>
            </a:endParaRPr>
          </a:p>
        </p:txBody>
      </p:sp>
      <p:sp>
        <p:nvSpPr>
          <p:cNvPr id="10" name="Text Placeholder 9">
            <a:extLst>
              <a:ext uri="{FF2B5EF4-FFF2-40B4-BE49-F238E27FC236}">
                <a16:creationId xmlns:a16="http://schemas.microsoft.com/office/drawing/2014/main" id="{1E909DA7-1BFA-D76A-998B-F6F56A70E22B}"/>
              </a:ext>
            </a:extLst>
          </p:cNvPr>
          <p:cNvSpPr>
            <a:spLocks noGrp="1"/>
          </p:cNvSpPr>
          <p:nvPr>
            <p:ph type="body" sz="quarter" idx="17" hasCustomPrompt="1"/>
          </p:nvPr>
        </p:nvSpPr>
        <p:spPr>
          <a:xfrm>
            <a:off x="304929" y="836612"/>
            <a:ext cx="9515475" cy="5202936"/>
          </a:xfrm>
          <a:prstGeom prst="rect">
            <a:avLst/>
          </a:prstGeom>
        </p:spPr>
        <p:txBody>
          <a:bodyPr lIns="0" tIns="0" rIns="0" bIns="0" numCol="2" spcCol="144000"/>
          <a:lstStyle>
            <a:lvl1pPr marL="0" indent="0">
              <a:lnSpc>
                <a:spcPct val="100000"/>
              </a:lnSpc>
              <a:spcBef>
                <a:spcPts val="400"/>
              </a:spcBef>
              <a:buNone/>
              <a:defRPr sz="800">
                <a:solidFill>
                  <a:srgbClr val="141414"/>
                </a:solidFill>
              </a:defRPr>
            </a:lvl1pPr>
            <a:lvl2pPr marL="230400" indent="0">
              <a:lnSpc>
                <a:spcPct val="100000"/>
              </a:lnSpc>
              <a:buNone/>
              <a:defRPr sz="800"/>
            </a:lvl2pPr>
            <a:lvl3pPr marL="432000" indent="0">
              <a:lnSpc>
                <a:spcPct val="100000"/>
              </a:lnSpc>
              <a:buNone/>
              <a:defRPr sz="800"/>
            </a:lvl3pPr>
            <a:lvl4pPr marL="648000" indent="0">
              <a:lnSpc>
                <a:spcPct val="100000"/>
              </a:lnSpc>
              <a:buNone/>
              <a:defRPr sz="800"/>
            </a:lvl4pPr>
            <a:lvl5pPr marL="864000" indent="0">
              <a:lnSpc>
                <a:spcPct val="100000"/>
              </a:lnSpc>
              <a:buNone/>
              <a:defRPr sz="800"/>
            </a:lvl5pPr>
          </a:lstStyle>
          <a:p>
            <a:pPr lvl="0"/>
            <a:r>
              <a:rPr lang="en-US" dirty="0"/>
              <a:t>Type disclaimer text here</a:t>
            </a:r>
          </a:p>
        </p:txBody>
      </p:sp>
      <p:sp>
        <p:nvSpPr>
          <p:cNvPr id="11" name="Text Placeholder 9">
            <a:extLst>
              <a:ext uri="{FF2B5EF4-FFF2-40B4-BE49-F238E27FC236}">
                <a16:creationId xmlns:a16="http://schemas.microsoft.com/office/drawing/2014/main" id="{84F92098-2EB2-ADE2-DEE2-2474A322FC7A}"/>
              </a:ext>
            </a:extLst>
          </p:cNvPr>
          <p:cNvSpPr>
            <a:spLocks noGrp="1"/>
          </p:cNvSpPr>
          <p:nvPr>
            <p:ph type="body" sz="quarter" idx="19" hasCustomPrompt="1"/>
          </p:nvPr>
        </p:nvSpPr>
        <p:spPr>
          <a:xfrm>
            <a:off x="9945724" y="5882824"/>
            <a:ext cx="1952093" cy="153890"/>
          </a:xfrm>
          <a:prstGeom prst="rect">
            <a:avLst/>
          </a:prstGeom>
        </p:spPr>
        <p:txBody>
          <a:bodyPr lIns="0" tIns="0" rIns="0" bIns="0" anchor="ctr"/>
          <a:lstStyle>
            <a:lvl1pPr marL="0" indent="0" algn="l">
              <a:lnSpc>
                <a:spcPct val="100000"/>
              </a:lnSpc>
              <a:buNone/>
              <a:defRPr sz="1000">
                <a:solidFill>
                  <a:schemeClr val="tx2"/>
                </a:solidFill>
              </a:defRPr>
            </a:lvl1pPr>
            <a:lvl2pPr>
              <a:buNone/>
              <a:defRPr/>
            </a:lvl2pPr>
            <a:lvl3pPr>
              <a:buNone/>
              <a:defRPr/>
            </a:lvl3pPr>
            <a:lvl4pPr>
              <a:buNone/>
              <a:defRPr/>
            </a:lvl4pPr>
            <a:lvl5pPr>
              <a:buNone/>
              <a:defRPr/>
            </a:lvl5pPr>
          </a:lstStyle>
          <a:p>
            <a:pPr marL="0" indent="0">
              <a:buNone/>
            </a:pPr>
            <a:r>
              <a:rPr lang="en-US" sz="1000" dirty="0">
                <a:solidFill>
                  <a:schemeClr val="tx2"/>
                </a:solidFill>
              </a:rPr>
              <a:t>[Continued on Next Page x/y]</a:t>
            </a:r>
          </a:p>
        </p:txBody>
      </p:sp>
      <p:sp>
        <p:nvSpPr>
          <p:cNvPr id="4" name="Text Placeholder 5">
            <a:extLst>
              <a:ext uri="{FF2B5EF4-FFF2-40B4-BE49-F238E27FC236}">
                <a16:creationId xmlns:a16="http://schemas.microsoft.com/office/drawing/2014/main" id="{9C95CB2E-6B1E-DB2B-B2C9-3E19C63BF4F6}"/>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9" name="Straight Connector 8">
            <a:extLst>
              <a:ext uri="{FF2B5EF4-FFF2-40B4-BE49-F238E27FC236}">
                <a16:creationId xmlns:a16="http://schemas.microsoft.com/office/drawing/2014/main" id="{AA1214DB-0F46-8E7F-A1DE-C99801F92F5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EFA942E3-DC34-47E9-86DD-9F9CC6D78FB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7603B91-EA0F-3C78-3CAA-EE81544F703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Tree>
    <p:extLst>
      <p:ext uri="{BB962C8B-B14F-4D97-AF65-F5344CB8AC3E}">
        <p14:creationId xmlns:p14="http://schemas.microsoft.com/office/powerpoint/2010/main" val="19599617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sclaimer Slide [3 Columns]">
    <p:bg>
      <p:bgPr>
        <a:solidFill>
          <a:schemeClr val="bg1"/>
        </a:solidFill>
        <a:effectLst/>
      </p:bgPr>
    </p:bg>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0923FEF3-0C5E-C9AD-93A8-5550119945B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Text Placeholder 7">
            <a:extLst>
              <a:ext uri="{FF2B5EF4-FFF2-40B4-BE49-F238E27FC236}">
                <a16:creationId xmlns:a16="http://schemas.microsoft.com/office/drawing/2014/main" id="{D78E9755-F94C-9836-5C97-B0373E99D598}"/>
              </a:ext>
            </a:extLst>
          </p:cNvPr>
          <p:cNvSpPr txBox="1">
            <a:spLocks/>
          </p:cNvSpPr>
          <p:nvPr userDrawn="1"/>
        </p:nvSpPr>
        <p:spPr>
          <a:xfrm>
            <a:off x="10254344" y="5495466"/>
            <a:ext cx="1641122" cy="15389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000" dirty="0">
              <a:solidFill>
                <a:schemeClr val="tx2"/>
              </a:solidFill>
            </a:endParaRPr>
          </a:p>
        </p:txBody>
      </p:sp>
      <p:sp>
        <p:nvSpPr>
          <p:cNvPr id="10" name="Text Placeholder 9">
            <a:extLst>
              <a:ext uri="{FF2B5EF4-FFF2-40B4-BE49-F238E27FC236}">
                <a16:creationId xmlns:a16="http://schemas.microsoft.com/office/drawing/2014/main" id="{1E909DA7-1BFA-D76A-998B-F6F56A70E22B}"/>
              </a:ext>
            </a:extLst>
          </p:cNvPr>
          <p:cNvSpPr>
            <a:spLocks noGrp="1"/>
          </p:cNvSpPr>
          <p:nvPr>
            <p:ph type="body" sz="quarter" idx="17" hasCustomPrompt="1"/>
          </p:nvPr>
        </p:nvSpPr>
        <p:spPr>
          <a:xfrm>
            <a:off x="304929" y="836612"/>
            <a:ext cx="11582271" cy="4864608"/>
          </a:xfrm>
          <a:prstGeom prst="rect">
            <a:avLst/>
          </a:prstGeom>
        </p:spPr>
        <p:txBody>
          <a:bodyPr lIns="0" tIns="0" rIns="0" bIns="0" numCol="3" spcCol="144000"/>
          <a:lstStyle>
            <a:lvl1pPr marL="0" indent="0">
              <a:lnSpc>
                <a:spcPct val="100000"/>
              </a:lnSpc>
              <a:spcBef>
                <a:spcPts val="400"/>
              </a:spcBef>
              <a:buNone/>
              <a:defRPr sz="800">
                <a:solidFill>
                  <a:srgbClr val="141414"/>
                </a:solidFill>
              </a:defRPr>
            </a:lvl1pPr>
            <a:lvl2pPr marL="230400" indent="0">
              <a:lnSpc>
                <a:spcPct val="100000"/>
              </a:lnSpc>
              <a:buNone/>
              <a:defRPr sz="800"/>
            </a:lvl2pPr>
            <a:lvl3pPr marL="432000" indent="0">
              <a:lnSpc>
                <a:spcPct val="100000"/>
              </a:lnSpc>
              <a:buNone/>
              <a:defRPr sz="800"/>
            </a:lvl3pPr>
            <a:lvl4pPr marL="648000" indent="0">
              <a:lnSpc>
                <a:spcPct val="100000"/>
              </a:lnSpc>
              <a:buNone/>
              <a:defRPr sz="800"/>
            </a:lvl4pPr>
            <a:lvl5pPr marL="864000" indent="0">
              <a:lnSpc>
                <a:spcPct val="100000"/>
              </a:lnSpc>
              <a:buNone/>
              <a:defRPr sz="800"/>
            </a:lvl5pPr>
          </a:lstStyle>
          <a:p>
            <a:pPr lvl="0"/>
            <a:r>
              <a:rPr lang="en-US" dirty="0"/>
              <a:t>Type disclaimer text here</a:t>
            </a:r>
          </a:p>
        </p:txBody>
      </p:sp>
      <p:sp>
        <p:nvSpPr>
          <p:cNvPr id="11" name="Text Placeholder 9">
            <a:extLst>
              <a:ext uri="{FF2B5EF4-FFF2-40B4-BE49-F238E27FC236}">
                <a16:creationId xmlns:a16="http://schemas.microsoft.com/office/drawing/2014/main" id="{84F92098-2EB2-ADE2-DEE2-2474A322FC7A}"/>
              </a:ext>
            </a:extLst>
          </p:cNvPr>
          <p:cNvSpPr>
            <a:spLocks noGrp="1"/>
          </p:cNvSpPr>
          <p:nvPr>
            <p:ph type="body" sz="quarter" idx="19" hasCustomPrompt="1"/>
          </p:nvPr>
        </p:nvSpPr>
        <p:spPr>
          <a:xfrm>
            <a:off x="9945724" y="5882824"/>
            <a:ext cx="1952093" cy="153890"/>
          </a:xfrm>
          <a:prstGeom prst="rect">
            <a:avLst/>
          </a:prstGeom>
        </p:spPr>
        <p:txBody>
          <a:bodyPr lIns="0" tIns="0" rIns="0" bIns="0" anchor="ctr"/>
          <a:lstStyle>
            <a:lvl1pPr marL="0" indent="0" algn="l">
              <a:lnSpc>
                <a:spcPct val="100000"/>
              </a:lnSpc>
              <a:buNone/>
              <a:defRPr sz="1000">
                <a:solidFill>
                  <a:schemeClr val="tx2"/>
                </a:solidFill>
              </a:defRPr>
            </a:lvl1pPr>
            <a:lvl2pPr>
              <a:buNone/>
              <a:defRPr/>
            </a:lvl2pPr>
            <a:lvl3pPr>
              <a:buNone/>
              <a:defRPr/>
            </a:lvl3pPr>
            <a:lvl4pPr>
              <a:buNone/>
              <a:defRPr/>
            </a:lvl4pPr>
            <a:lvl5pPr>
              <a:buNone/>
              <a:defRPr/>
            </a:lvl5pPr>
          </a:lstStyle>
          <a:p>
            <a:pPr marL="0" indent="0">
              <a:buNone/>
            </a:pPr>
            <a:r>
              <a:rPr lang="en-US" sz="1000" dirty="0">
                <a:solidFill>
                  <a:schemeClr val="tx2"/>
                </a:solidFill>
              </a:rPr>
              <a:t>[Continued on Next Page x/y]</a:t>
            </a:r>
          </a:p>
        </p:txBody>
      </p:sp>
      <p:sp>
        <p:nvSpPr>
          <p:cNvPr id="4" name="Text Placeholder 5">
            <a:extLst>
              <a:ext uri="{FF2B5EF4-FFF2-40B4-BE49-F238E27FC236}">
                <a16:creationId xmlns:a16="http://schemas.microsoft.com/office/drawing/2014/main" id="{9C95CB2E-6B1E-DB2B-B2C9-3E19C63BF4F6}"/>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9" name="Straight Connector 8">
            <a:extLst>
              <a:ext uri="{FF2B5EF4-FFF2-40B4-BE49-F238E27FC236}">
                <a16:creationId xmlns:a16="http://schemas.microsoft.com/office/drawing/2014/main" id="{AA1214DB-0F46-8E7F-A1DE-C99801F92F5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EFA942E3-DC34-47E9-86DD-9F9CC6D78FB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7603B91-EA0F-3C78-3CAA-EE81544F703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15325581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F0EAAEEE-F914-CDFA-FBC2-AC2BA59CB63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A5F034D-F9B5-444C-C081-F6683879E61D}"/>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Text Placeholder 5">
            <a:extLst>
              <a:ext uri="{FF2B5EF4-FFF2-40B4-BE49-F238E27FC236}">
                <a16:creationId xmlns:a16="http://schemas.microsoft.com/office/drawing/2014/main" id="{C76CB412-344A-7FE7-8F31-17B7161536EA}"/>
              </a:ext>
            </a:extLst>
          </p:cNvPr>
          <p:cNvSpPr>
            <a:spLocks noGrp="1"/>
          </p:cNvSpPr>
          <p:nvPr>
            <p:ph type="body" sz="quarter" idx="12" hasCustomPrompt="1"/>
          </p:nvPr>
        </p:nvSpPr>
        <p:spPr>
          <a:xfrm>
            <a:off x="306887" y="305089"/>
            <a:ext cx="7623663" cy="246221"/>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 delete if not needed</a:t>
            </a:r>
          </a:p>
        </p:txBody>
      </p:sp>
    </p:spTree>
    <p:extLst>
      <p:ext uri="{BB962C8B-B14F-4D97-AF65-F5344CB8AC3E}">
        <p14:creationId xmlns:p14="http://schemas.microsoft.com/office/powerpoint/2010/main" val="6453467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306659" y="3126481"/>
            <a:ext cx="6217233" cy="1428792"/>
          </a:xfrm>
          <a:prstGeom prst="rect">
            <a:avLst/>
          </a:prstGeom>
        </p:spPr>
        <p:txBody>
          <a:bodyPr lIns="0" tIns="0" rIns="0" bIns="0" anchor="ctr"/>
          <a:lstStyle>
            <a:lvl1pPr algn="l">
              <a:defRPr sz="5400"/>
            </a:lvl1pPr>
          </a:lstStyle>
          <a:p>
            <a:r>
              <a:rPr lang="en-US" dirty="0"/>
              <a:t>Type title here — Can go into two lines</a:t>
            </a:r>
            <a:endParaRPr lang="en-BR" dirty="0"/>
          </a:p>
        </p:txBody>
      </p:sp>
      <p:sp>
        <p:nvSpPr>
          <p:cNvPr id="6" name="Text Placeholder 9">
            <a:extLst>
              <a:ext uri="{FF2B5EF4-FFF2-40B4-BE49-F238E27FC236}">
                <a16:creationId xmlns:a16="http://schemas.microsoft.com/office/drawing/2014/main" id="{C5AB7804-06D0-51C3-0360-3A894921DDD5}"/>
              </a:ext>
            </a:extLst>
          </p:cNvPr>
          <p:cNvSpPr>
            <a:spLocks noGrp="1"/>
          </p:cNvSpPr>
          <p:nvPr>
            <p:ph type="body" sz="quarter" idx="11" hasCustomPrompt="1"/>
          </p:nvPr>
        </p:nvSpPr>
        <p:spPr>
          <a:xfrm>
            <a:off x="306660" y="4828558"/>
            <a:ext cx="6217232" cy="213803"/>
          </a:xfrm>
          <a:prstGeom prst="rect">
            <a:avLst/>
          </a:prstGeom>
        </p:spPr>
        <p:txBody>
          <a:bodyPr lIns="0" tIns="0" rIns="0" bIns="0" anchor="ctr"/>
          <a:lstStyle>
            <a:lvl1pPr algn="l">
              <a:buNone/>
              <a:defRPr sz="1800"/>
            </a:lvl1pPr>
            <a:lvl2pPr>
              <a:buNone/>
              <a:defRPr/>
            </a:lvl2pPr>
            <a:lvl3pPr>
              <a:buNone/>
              <a:defRPr/>
            </a:lvl3pPr>
            <a:lvl4pPr>
              <a:buNone/>
              <a:defRPr/>
            </a:lvl4pPr>
            <a:lvl5pPr>
              <a:buNone/>
              <a:defRPr/>
            </a:lvl5pPr>
          </a:lstStyle>
          <a:p>
            <a:pPr lvl="0"/>
            <a:r>
              <a:rPr lang="en-US" dirty="0"/>
              <a:t>Click to edit Report Date</a:t>
            </a:r>
            <a:endParaRPr lang="en-BR" dirty="0"/>
          </a:p>
        </p:txBody>
      </p:sp>
      <p:pic>
        <p:nvPicPr>
          <p:cNvPr id="9" name="Picture 3">
            <a:extLst>
              <a:ext uri="{FF2B5EF4-FFF2-40B4-BE49-F238E27FC236}">
                <a16:creationId xmlns:a16="http://schemas.microsoft.com/office/drawing/2014/main" id="{9D0EE47F-2D68-47D5-93A2-AECB6B88BD9B}"/>
              </a:ext>
            </a:extLst>
          </p:cNvPr>
          <p:cNvPicPr>
            <a:picLocks noChangeAspect="1"/>
          </p:cNvPicPr>
          <p:nvPr userDrawn="1"/>
        </p:nvPicPr>
        <p:blipFill>
          <a:blip>
            <a:alphaModFix amt="25000"/>
            <a:extLst>
              <a:ext uri="{96DAC541-7B7A-43D3-8B79-37D633B846F1}">
                <asvg:svgBlip xmlns:asvg="http://schemas.microsoft.com/office/drawing/2016/SVG/main" r:embed="rId2"/>
              </a:ext>
            </a:extLst>
          </a:blip>
          <a:srcRect t="26985" r="42897" b="16813"/>
          <a:stretch>
            <a:fillRect/>
          </a:stretch>
        </p:blipFill>
        <p:spPr>
          <a:xfrm>
            <a:off x="6043963" y="-1"/>
            <a:ext cx="6148038" cy="6858001"/>
          </a:xfrm>
          <a:prstGeom prst="rect">
            <a:avLst/>
          </a:prstGeom>
        </p:spPr>
      </p:pic>
      <p:pic>
        <p:nvPicPr>
          <p:cNvPr id="5" name="Graphic 4">
            <a:extLst>
              <a:ext uri="{FF2B5EF4-FFF2-40B4-BE49-F238E27FC236}">
                <a16:creationId xmlns:a16="http://schemas.microsoft.com/office/drawing/2014/main" id="{5D5A2ECB-AB6C-D28A-C08E-447E9830658D}"/>
              </a:ext>
            </a:extLst>
          </p:cNvPr>
          <p:cNvPicPr>
            <a:picLocks noChangeAspect="1"/>
          </p:cNvPicPr>
          <p:nvPr userDrawn="1"/>
        </p:nvPicPr>
        <p:blipFill>
          <a:blip>
            <a:extLst>
              <a:ext uri="{96DAC541-7B7A-43D3-8B79-37D633B846F1}">
                <asvg:svgBlip xmlns:asvg="http://schemas.microsoft.com/office/drawing/2016/SVG/main" r:embed="rId3"/>
              </a:ext>
            </a:extLst>
          </a:blip>
          <a:srcRect l="-190" r="1"/>
          <a:stretch>
            <a:fillRect/>
          </a:stretch>
        </p:blipFill>
        <p:spPr>
          <a:xfrm>
            <a:off x="306660" y="6335126"/>
            <a:ext cx="883122" cy="213803"/>
          </a:xfrm>
          <a:prstGeom prst="rect">
            <a:avLst/>
          </a:prstGeom>
        </p:spPr>
      </p:pic>
      <p:sp>
        <p:nvSpPr>
          <p:cNvPr id="3" name="Footer Placeholder 3">
            <a:extLst>
              <a:ext uri="{FF2B5EF4-FFF2-40B4-BE49-F238E27FC236}">
                <a16:creationId xmlns:a16="http://schemas.microsoft.com/office/drawing/2014/main" id="{DC05DB62-5E23-7B1E-C9C4-DAA01CE388C1}"/>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spTree>
    <p:extLst>
      <p:ext uri="{BB962C8B-B14F-4D97-AF65-F5344CB8AC3E}">
        <p14:creationId xmlns:p14="http://schemas.microsoft.com/office/powerpoint/2010/main" val="300167118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Cov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BE9D36-EB8A-8701-9E81-073CEDEC7689}"/>
              </a:ext>
            </a:extLst>
          </p:cNvPr>
          <p:cNvPicPr>
            <a:picLocks noChangeAspect="1"/>
          </p:cNvPicPr>
          <p:nvPr userDrawn="1"/>
        </p:nvPicPr>
        <p:blipFill>
          <a:blip r:embed="rId2"/>
          <a:stretch>
            <a:fillRect/>
          </a:stretch>
        </p:blipFill>
        <p:spPr>
          <a:xfrm>
            <a:off x="3709481" y="-1"/>
            <a:ext cx="8482520" cy="6862263"/>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1051133" y="3501594"/>
            <a:ext cx="11038456" cy="1059678"/>
          </a:xfrm>
          <a:prstGeom prst="rect">
            <a:avLst/>
          </a:prstGeom>
        </p:spPr>
        <p:txBody>
          <a:bodyPr lIns="0" tIns="0" rIns="0" bIns="0" anchor="t"/>
          <a:lstStyle>
            <a:lvl1pPr algn="l">
              <a:defRPr sz="5400"/>
            </a:lvl1pPr>
          </a:lstStyle>
          <a:p>
            <a:r>
              <a:rPr lang="en-US" dirty="0"/>
              <a:t>Type title here — keep to one line</a:t>
            </a:r>
            <a:endParaRPr lang="en-BR" dirty="0"/>
          </a:p>
        </p:txBody>
      </p:sp>
      <p:sp>
        <p:nvSpPr>
          <p:cNvPr id="13" name="Text Placeholder 12">
            <a:extLst>
              <a:ext uri="{FF2B5EF4-FFF2-40B4-BE49-F238E27FC236}">
                <a16:creationId xmlns:a16="http://schemas.microsoft.com/office/drawing/2014/main" id="{6803F5C6-EA4E-4870-5303-13F15008B812}"/>
              </a:ext>
            </a:extLst>
          </p:cNvPr>
          <p:cNvSpPr>
            <a:spLocks noGrp="1"/>
          </p:cNvSpPr>
          <p:nvPr>
            <p:ph type="body" sz="quarter" idx="12" hasCustomPrompt="1"/>
          </p:nvPr>
        </p:nvSpPr>
        <p:spPr>
          <a:xfrm>
            <a:off x="307649" y="3501594"/>
            <a:ext cx="615297" cy="410198"/>
          </a:xfrm>
          <a:prstGeom prst="rect">
            <a:avLst/>
          </a:prstGeom>
        </p:spPr>
        <p:txBody>
          <a:bodyPr lIns="0" tIns="0" rIns="0" bIns="0" anchor="t"/>
          <a:lstStyle>
            <a:lvl1pPr>
              <a:buNone/>
              <a:defRPr sz="2400">
                <a:solidFill>
                  <a:schemeClr val="tx2"/>
                </a:solidFill>
                <a:latin typeface="+mn-lt"/>
              </a:defRPr>
            </a:lvl1pPr>
            <a:lvl2pPr>
              <a:buNone/>
              <a:defRPr/>
            </a:lvl2pPr>
            <a:lvl3pPr>
              <a:buNone/>
              <a:defRPr/>
            </a:lvl3pPr>
            <a:lvl4pPr>
              <a:buNone/>
              <a:defRPr/>
            </a:lvl4pPr>
            <a:lvl5pPr>
              <a:buNone/>
              <a:defRPr/>
            </a:lvl5pPr>
          </a:lstStyle>
          <a:p>
            <a:pPr lvl="0"/>
            <a:r>
              <a:rPr lang="en-US" dirty="0"/>
              <a:t>00</a:t>
            </a:r>
            <a:endParaRPr lang="en-BR" dirty="0"/>
          </a:p>
        </p:txBody>
      </p:sp>
      <p:sp>
        <p:nvSpPr>
          <p:cNvPr id="4" name="Footer Placeholder 3">
            <a:extLst>
              <a:ext uri="{FF2B5EF4-FFF2-40B4-BE49-F238E27FC236}">
                <a16:creationId xmlns:a16="http://schemas.microsoft.com/office/drawing/2014/main" id="{C1A058D9-1445-4B89-6F70-CDF499E4ED93}"/>
              </a:ext>
            </a:extLst>
          </p:cNvPr>
          <p:cNvSpPr>
            <a:spLocks noGrp="1"/>
          </p:cNvSpPr>
          <p:nvPr>
            <p:ph type="ftr" sz="quarter" idx="3"/>
          </p:nvPr>
        </p:nvSpPr>
        <p:spPr>
          <a:xfrm>
            <a:off x="5318631" y="6400153"/>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Tree>
    <p:extLst>
      <p:ext uri="{BB962C8B-B14F-4D97-AF65-F5344CB8AC3E}">
        <p14:creationId xmlns:p14="http://schemas.microsoft.com/office/powerpoint/2010/main" val="1146623989"/>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ection Cover [4]">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BE9D36-EB8A-8701-9E81-073CEDEC7689}"/>
              </a:ext>
            </a:extLst>
          </p:cNvPr>
          <p:cNvPicPr>
            <a:picLocks noChangeAspect="1"/>
          </p:cNvPicPr>
          <p:nvPr userDrawn="1"/>
        </p:nvPicPr>
        <p:blipFill>
          <a:blip r:embed="rId2"/>
          <a:stretch>
            <a:fillRect/>
          </a:stretch>
        </p:blipFill>
        <p:spPr>
          <a:xfrm>
            <a:off x="3709481" y="-1"/>
            <a:ext cx="8482520" cy="6862263"/>
          </a:xfrm>
          <a:prstGeom prst="rect">
            <a:avLst/>
          </a:prstGeom>
        </p:spPr>
      </p:pic>
      <p:sp>
        <p:nvSpPr>
          <p:cNvPr id="2" name="Title 1">
            <a:extLst>
              <a:ext uri="{FF2B5EF4-FFF2-40B4-BE49-F238E27FC236}">
                <a16:creationId xmlns:a16="http://schemas.microsoft.com/office/drawing/2014/main" id="{ADB414C7-F40D-9478-7E6B-EAD65727BC2D}"/>
              </a:ext>
            </a:extLst>
          </p:cNvPr>
          <p:cNvSpPr>
            <a:spLocks noGrp="1"/>
          </p:cNvSpPr>
          <p:nvPr>
            <p:ph type="ctrTitle" hasCustomPrompt="1"/>
          </p:nvPr>
        </p:nvSpPr>
        <p:spPr>
          <a:xfrm>
            <a:off x="342261" y="3501594"/>
            <a:ext cx="11747328" cy="1059678"/>
          </a:xfrm>
          <a:prstGeom prst="rect">
            <a:avLst/>
          </a:prstGeom>
        </p:spPr>
        <p:txBody>
          <a:bodyPr lIns="0" tIns="0" rIns="0" bIns="0" anchor="t"/>
          <a:lstStyle>
            <a:lvl1pPr algn="l">
              <a:defRPr sz="5400"/>
            </a:lvl1pPr>
          </a:lstStyle>
          <a:p>
            <a:r>
              <a:rPr lang="en-US" dirty="0"/>
              <a:t>Type title here — keep to one line</a:t>
            </a:r>
            <a:endParaRPr lang="en-BR" dirty="0"/>
          </a:p>
        </p:txBody>
      </p:sp>
      <p:sp>
        <p:nvSpPr>
          <p:cNvPr id="4" name="Footer Placeholder 3">
            <a:extLst>
              <a:ext uri="{FF2B5EF4-FFF2-40B4-BE49-F238E27FC236}">
                <a16:creationId xmlns:a16="http://schemas.microsoft.com/office/drawing/2014/main" id="{C1A058D9-1445-4B89-6F70-CDF499E4ED93}"/>
              </a:ext>
            </a:extLst>
          </p:cNvPr>
          <p:cNvSpPr>
            <a:spLocks noGrp="1"/>
          </p:cNvSpPr>
          <p:nvPr>
            <p:ph type="ftr" sz="quarter" idx="3"/>
          </p:nvPr>
        </p:nvSpPr>
        <p:spPr>
          <a:xfrm>
            <a:off x="5318631" y="6400153"/>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2008119299"/>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ing Slide">
    <p:bg>
      <p:bgPr>
        <a:solidFill>
          <a:schemeClr val="bg2">
            <a:lumMod val="50000"/>
          </a:schemeClr>
        </a:solidFill>
        <a:effectLst/>
      </p:bgPr>
    </p:bg>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C5AB7804-06D0-51C3-0360-3A894921DDD5}"/>
              </a:ext>
            </a:extLst>
          </p:cNvPr>
          <p:cNvSpPr>
            <a:spLocks noGrp="1"/>
          </p:cNvSpPr>
          <p:nvPr>
            <p:ph type="body" sz="quarter" idx="11" hasCustomPrompt="1"/>
          </p:nvPr>
        </p:nvSpPr>
        <p:spPr>
          <a:xfrm>
            <a:off x="306660" y="5102330"/>
            <a:ext cx="4663368" cy="213804"/>
          </a:xfrm>
          <a:prstGeom prst="rect">
            <a:avLst/>
          </a:prstGeom>
        </p:spPr>
        <p:txBody>
          <a:bodyPr lIns="0" tIns="0" rIns="0" bIns="0" anchor="ctr"/>
          <a:lstStyle>
            <a:lvl1pPr algn="l">
              <a:buNone/>
              <a:defRPr sz="1000"/>
            </a:lvl1pPr>
            <a:lvl2pPr>
              <a:buNone/>
              <a:defRPr/>
            </a:lvl2pPr>
            <a:lvl3pPr>
              <a:buNone/>
              <a:defRPr/>
            </a:lvl3pPr>
            <a:lvl4pPr>
              <a:buNone/>
              <a:defRPr/>
            </a:lvl4pPr>
            <a:lvl5pPr>
              <a:buNone/>
              <a:defRPr/>
            </a:lvl5pPr>
          </a:lstStyle>
          <a:p>
            <a:pPr lvl="0"/>
            <a:r>
              <a:rPr lang="en-US" dirty="0"/>
              <a:t>Click to edit address/website</a:t>
            </a:r>
            <a:endParaRPr lang="en-BR" dirty="0"/>
          </a:p>
        </p:txBody>
      </p:sp>
      <p:pic>
        <p:nvPicPr>
          <p:cNvPr id="9" name="Picture 3">
            <a:extLst>
              <a:ext uri="{FF2B5EF4-FFF2-40B4-BE49-F238E27FC236}">
                <a16:creationId xmlns:a16="http://schemas.microsoft.com/office/drawing/2014/main" id="{9D0EE47F-2D68-47D5-93A2-AECB6B88BD9B}"/>
              </a:ext>
            </a:extLst>
          </p:cNvPr>
          <p:cNvPicPr>
            <a:picLocks noChangeAspect="1"/>
          </p:cNvPicPr>
          <p:nvPr userDrawn="1"/>
        </p:nvPicPr>
        <p:blipFill>
          <a:blip>
            <a:alphaModFix amt="25000"/>
            <a:extLst>
              <a:ext uri="{96DAC541-7B7A-43D3-8B79-37D633B846F1}">
                <asvg:svgBlip xmlns:asvg="http://schemas.microsoft.com/office/drawing/2016/SVG/main" r:embed="rId2"/>
              </a:ext>
            </a:extLst>
          </a:blip>
          <a:srcRect t="26985" r="42897" b="16813"/>
          <a:stretch>
            <a:fillRect/>
          </a:stretch>
        </p:blipFill>
        <p:spPr>
          <a:xfrm>
            <a:off x="6043963" y="-1"/>
            <a:ext cx="6148038" cy="6858001"/>
          </a:xfrm>
          <a:prstGeom prst="rect">
            <a:avLst/>
          </a:prstGeom>
        </p:spPr>
      </p:pic>
      <p:sp>
        <p:nvSpPr>
          <p:cNvPr id="3" name="TextBox 2">
            <a:extLst>
              <a:ext uri="{FF2B5EF4-FFF2-40B4-BE49-F238E27FC236}">
                <a16:creationId xmlns:a16="http://schemas.microsoft.com/office/drawing/2014/main" id="{8A3020A5-A989-9E55-5552-26A597C9694A}"/>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4" name="Text Placeholder 9">
            <a:extLst>
              <a:ext uri="{FF2B5EF4-FFF2-40B4-BE49-F238E27FC236}">
                <a16:creationId xmlns:a16="http://schemas.microsoft.com/office/drawing/2014/main" id="{07186222-B2E4-9385-404E-111D3F3A73D5}"/>
              </a:ext>
            </a:extLst>
          </p:cNvPr>
          <p:cNvSpPr>
            <a:spLocks noGrp="1"/>
          </p:cNvSpPr>
          <p:nvPr>
            <p:ph type="body" sz="quarter" idx="12" hasCustomPrompt="1"/>
          </p:nvPr>
        </p:nvSpPr>
        <p:spPr>
          <a:xfrm>
            <a:off x="306660" y="3748197"/>
            <a:ext cx="4663368" cy="840428"/>
          </a:xfrm>
          <a:prstGeom prst="rect">
            <a:avLst/>
          </a:prstGeom>
        </p:spPr>
        <p:txBody>
          <a:bodyPr lIns="0" tIns="0" rIns="0" bIns="0" anchor="t"/>
          <a:lstStyle>
            <a:lvl1pPr algn="l">
              <a:buNone/>
              <a:defRPr sz="1400"/>
            </a:lvl1pPr>
            <a:lvl2pPr>
              <a:buNone/>
              <a:defRPr/>
            </a:lvl2pPr>
            <a:lvl3pPr>
              <a:buNone/>
              <a:defRPr/>
            </a:lvl3pPr>
            <a:lvl4pPr>
              <a:buNone/>
              <a:defRPr/>
            </a:lvl4pPr>
            <a:lvl5pPr>
              <a:buNone/>
              <a:defRPr/>
            </a:lvl5pPr>
          </a:lstStyle>
          <a:p>
            <a:pPr lvl="0"/>
            <a:r>
              <a:rPr lang="en-US" dirty="0"/>
              <a:t>Click to edit contact info</a:t>
            </a:r>
            <a:endParaRPr lang="en-BR" dirty="0"/>
          </a:p>
        </p:txBody>
      </p:sp>
      <p:sp>
        <p:nvSpPr>
          <p:cNvPr id="7" name="TextBox 6">
            <a:extLst>
              <a:ext uri="{FF2B5EF4-FFF2-40B4-BE49-F238E27FC236}">
                <a16:creationId xmlns:a16="http://schemas.microsoft.com/office/drawing/2014/main" id="{19874639-DE47-BF69-2FC8-DA12F3EEE108}"/>
              </a:ext>
            </a:extLst>
          </p:cNvPr>
          <p:cNvSpPr txBox="1"/>
          <p:nvPr userDrawn="1"/>
        </p:nvSpPr>
        <p:spPr>
          <a:xfrm>
            <a:off x="306660" y="3384121"/>
            <a:ext cx="1555391" cy="276999"/>
          </a:xfrm>
          <a:prstGeom prst="rect">
            <a:avLst/>
          </a:prstGeom>
          <a:noFill/>
        </p:spPr>
        <p:txBody>
          <a:bodyPr wrap="square" lIns="0" tIns="0" rIns="0" bIns="0" rtlCol="0">
            <a:spAutoFit/>
          </a:bodyPr>
          <a:lstStyle/>
          <a:p>
            <a:r>
              <a:rPr lang="en-BR" dirty="0"/>
              <a:t>Contact Us:</a:t>
            </a:r>
          </a:p>
        </p:txBody>
      </p:sp>
      <p:sp>
        <p:nvSpPr>
          <p:cNvPr id="8" name="TextBox 7">
            <a:extLst>
              <a:ext uri="{FF2B5EF4-FFF2-40B4-BE49-F238E27FC236}">
                <a16:creationId xmlns:a16="http://schemas.microsoft.com/office/drawing/2014/main" id="{D94EC0DA-C044-6BFB-6472-008FF85B7DEB}"/>
              </a:ext>
            </a:extLst>
          </p:cNvPr>
          <p:cNvSpPr txBox="1"/>
          <p:nvPr userDrawn="1"/>
        </p:nvSpPr>
        <p:spPr>
          <a:xfrm>
            <a:off x="306660" y="4738255"/>
            <a:ext cx="1555391" cy="276999"/>
          </a:xfrm>
          <a:prstGeom prst="rect">
            <a:avLst/>
          </a:prstGeom>
          <a:noFill/>
        </p:spPr>
        <p:txBody>
          <a:bodyPr wrap="square" lIns="0" tIns="0" rIns="0" bIns="0" rtlCol="0">
            <a:spAutoFit/>
          </a:bodyPr>
          <a:lstStyle/>
          <a:p>
            <a:r>
              <a:rPr lang="en-BR" dirty="0"/>
              <a:t>Visit Us:</a:t>
            </a:r>
          </a:p>
        </p:txBody>
      </p:sp>
      <p:sp>
        <p:nvSpPr>
          <p:cNvPr id="2" name="Footer Placeholder 3">
            <a:extLst>
              <a:ext uri="{FF2B5EF4-FFF2-40B4-BE49-F238E27FC236}">
                <a16:creationId xmlns:a16="http://schemas.microsoft.com/office/drawing/2014/main" id="{D1207E35-E3FC-711C-2C33-585C8BF6FF31}"/>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chemeClr val="tx1"/>
                </a:solidFill>
              </a:defRPr>
            </a:lvl1pPr>
          </a:lstStyle>
          <a:p>
            <a:r>
              <a:rPr lang="en-US" sz="800"/>
              <a:t>Sixth Street Highly Confidential</a:t>
            </a:r>
          </a:p>
        </p:txBody>
      </p:sp>
      <p:pic>
        <p:nvPicPr>
          <p:cNvPr id="10" name="Graphic 9">
            <a:extLst>
              <a:ext uri="{FF2B5EF4-FFF2-40B4-BE49-F238E27FC236}">
                <a16:creationId xmlns:a16="http://schemas.microsoft.com/office/drawing/2014/main" id="{A4A5DA50-FBF4-A9D8-A2B5-614E58461055}"/>
              </a:ext>
            </a:extLst>
          </p:cNvPr>
          <p:cNvPicPr>
            <a:picLocks noChangeAspect="1"/>
          </p:cNvPicPr>
          <p:nvPr userDrawn="1"/>
        </p:nvPicPr>
        <p:blipFill>
          <a:blip>
            <a:extLst>
              <a:ext uri="{96DAC541-7B7A-43D3-8B79-37D633B846F1}">
                <asvg:svgBlip xmlns:asvg="http://schemas.microsoft.com/office/drawing/2016/SVG/main" r:embed="rId3"/>
              </a:ext>
            </a:extLst>
          </a:blip>
          <a:srcRect l="-190" r="1"/>
          <a:stretch>
            <a:fillRect/>
          </a:stretch>
        </p:blipFill>
        <p:spPr>
          <a:xfrm>
            <a:off x="306660" y="6335126"/>
            <a:ext cx="883122" cy="213803"/>
          </a:xfrm>
          <a:prstGeom prst="rect">
            <a:avLst/>
          </a:prstGeom>
        </p:spPr>
      </p:pic>
    </p:spTree>
    <p:extLst>
      <p:ext uri="{BB962C8B-B14F-4D97-AF65-F5344CB8AC3E}">
        <p14:creationId xmlns:p14="http://schemas.microsoft.com/office/powerpoint/2010/main" val="1771924885"/>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Title Only Slide">
    <p:bg>
      <p:bgPr>
        <a:solidFill>
          <a:schemeClr val="bg1"/>
        </a:solidFill>
        <a:effectLst/>
      </p:bgPr>
    </p:bg>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5B0E1CFA-6861-3699-9ADB-31E79CDC1BBF}"/>
              </a:ext>
            </a:extLst>
          </p:cNvPr>
          <p:cNvSpPr>
            <a:spLocks noGrp="1"/>
          </p:cNvSpPr>
          <p:nvPr>
            <p:ph type="body" sz="quarter" idx="10" hasCustomPrompt="1"/>
          </p:nvPr>
        </p:nvSpPr>
        <p:spPr>
          <a:xfrm>
            <a:off x="304799" y="313150"/>
            <a:ext cx="7924801" cy="406021"/>
          </a:xfrm>
          <a:prstGeom prst="rect">
            <a:avLst/>
          </a:prstGeom>
        </p:spPr>
        <p:txBody>
          <a:bodyPr wrap="square" lIns="0" tIns="0" rIns="0" bIns="0"/>
          <a:lstStyle>
            <a:lvl1pPr marL="0" indent="0" algn="l">
              <a:buFontTx/>
              <a:buNone/>
              <a:defRPr sz="2800">
                <a:latin typeface="+mn-lt"/>
              </a:defRPr>
            </a:lvl1pPr>
            <a:lvl2pPr>
              <a:buNone/>
              <a:defRPr/>
            </a:lvl2pPr>
            <a:lvl3pPr>
              <a:buNone/>
              <a:defRPr/>
            </a:lvl3pPr>
            <a:lvl4pPr>
              <a:buNone/>
              <a:defRPr/>
            </a:lvl4pPr>
            <a:lvl5pPr>
              <a:buNone/>
              <a:defRPr/>
            </a:lvl5pPr>
          </a:lstStyle>
          <a:p>
            <a:pPr lvl="0"/>
            <a:r>
              <a:rPr lang="en-US" dirty="0"/>
              <a:t>Type Slide Title Here — Keep To One Line</a:t>
            </a:r>
          </a:p>
        </p:txBody>
      </p:sp>
      <p:sp>
        <p:nvSpPr>
          <p:cNvPr id="5" name="TextBox 4">
            <a:extLst>
              <a:ext uri="{FF2B5EF4-FFF2-40B4-BE49-F238E27FC236}">
                <a16:creationId xmlns:a16="http://schemas.microsoft.com/office/drawing/2014/main" id="{37FBE6E1-D751-B266-E177-8287BEDC1E09}"/>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7" name="Straight Connector 6">
            <a:extLst>
              <a:ext uri="{FF2B5EF4-FFF2-40B4-BE49-F238E27FC236}">
                <a16:creationId xmlns:a16="http://schemas.microsoft.com/office/drawing/2014/main" id="{C51A42FB-0BE8-3CB0-4F66-795BCB7C147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Footer Placeholder 3">
            <a:extLst>
              <a:ext uri="{FF2B5EF4-FFF2-40B4-BE49-F238E27FC236}">
                <a16:creationId xmlns:a16="http://schemas.microsoft.com/office/drawing/2014/main" id="{067D453B-8D35-C41F-84CB-C92634E3AC33}"/>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8" name="Text Placeholder 9">
            <a:extLst>
              <a:ext uri="{FF2B5EF4-FFF2-40B4-BE49-F238E27FC236}">
                <a16:creationId xmlns:a16="http://schemas.microsoft.com/office/drawing/2014/main" id="{37B283D1-747C-3A7A-3D38-4046921921F1}"/>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28094853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 Slide">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34F05C8-2DB5-CB7A-73D4-4E6D5AB284D6}"/>
              </a:ext>
            </a:extLst>
          </p:cNvPr>
          <p:cNvSpPr>
            <a:spLocks noGrp="1"/>
          </p:cNvSpPr>
          <p:nvPr>
            <p:ph type="body" sz="quarter" idx="12" hasCustomPrompt="1"/>
          </p:nvPr>
        </p:nvSpPr>
        <p:spPr>
          <a:xfrm>
            <a:off x="306887" y="305089"/>
            <a:ext cx="7623663" cy="25998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9" name="Straight Connector 8">
            <a:extLst>
              <a:ext uri="{FF2B5EF4-FFF2-40B4-BE49-F238E27FC236}">
                <a16:creationId xmlns:a16="http://schemas.microsoft.com/office/drawing/2014/main" id="{2AE620F7-7A72-4232-8F5F-9F8312C43673}"/>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70130B53-600F-1EB5-AD9C-414126B658B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37A88FD-0E6B-934B-437C-941BFE3B87EB}"/>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7" name="Text Placeholder 9">
            <a:extLst>
              <a:ext uri="{FF2B5EF4-FFF2-40B4-BE49-F238E27FC236}">
                <a16:creationId xmlns:a16="http://schemas.microsoft.com/office/drawing/2014/main" id="{E04968C1-9389-F7A9-2703-EF3DD8A7DCF6}"/>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8" name="Text Placeholder 9">
            <a:extLst>
              <a:ext uri="{FF2B5EF4-FFF2-40B4-BE49-F238E27FC236}">
                <a16:creationId xmlns:a16="http://schemas.microsoft.com/office/drawing/2014/main" id="{0412A345-B702-4485-6B60-AA090304D0B8}"/>
              </a:ext>
            </a:extLst>
          </p:cNvPr>
          <p:cNvSpPr>
            <a:spLocks noGrp="1"/>
          </p:cNvSpPr>
          <p:nvPr>
            <p:ph type="body" sz="quarter" idx="14" hasCustomPrompt="1"/>
          </p:nvPr>
        </p:nvSpPr>
        <p:spPr>
          <a:xfrm>
            <a:off x="306887" y="852145"/>
            <a:ext cx="11578226" cy="4735853"/>
          </a:xfrm>
        </p:spPr>
        <p:txBody>
          <a:bodyPr>
            <a:no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958673"/>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ondary Title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9" name="Text Placeholder 5">
            <a:extLst>
              <a:ext uri="{FF2B5EF4-FFF2-40B4-BE49-F238E27FC236}">
                <a16:creationId xmlns:a16="http://schemas.microsoft.com/office/drawing/2014/main" id="{5697C7D0-A743-8B84-00EB-19C483C80C4C}"/>
              </a:ext>
            </a:extLst>
          </p:cNvPr>
          <p:cNvSpPr>
            <a:spLocks noGrp="1"/>
          </p:cNvSpPr>
          <p:nvPr>
            <p:ph type="body" sz="quarter" idx="12" hasCustomPrompt="1"/>
          </p:nvPr>
        </p:nvSpPr>
        <p:spPr>
          <a:xfrm>
            <a:off x="306887" y="305089"/>
            <a:ext cx="7623663" cy="25998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1" name="Text Placeholder 8">
            <a:extLst>
              <a:ext uri="{FF2B5EF4-FFF2-40B4-BE49-F238E27FC236}">
                <a16:creationId xmlns:a16="http://schemas.microsoft.com/office/drawing/2014/main" id="{0738E015-5478-2B66-54A0-831CA22F23DB}"/>
              </a:ext>
            </a:extLst>
          </p:cNvPr>
          <p:cNvSpPr>
            <a:spLocks noGrp="1"/>
          </p:cNvSpPr>
          <p:nvPr>
            <p:ph type="body" sz="quarter" idx="16" hasCustomPrompt="1"/>
          </p:nvPr>
        </p:nvSpPr>
        <p:spPr>
          <a:xfrm>
            <a:off x="304800" y="852146"/>
            <a:ext cx="11588750" cy="307777"/>
          </a:xfrm>
          <a:prstGeom prst="rect">
            <a:avLst/>
          </a:prstGeom>
        </p:spPr>
        <p:txBody>
          <a:bodyPr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2" name="Straight Connector 11">
            <a:extLst>
              <a:ext uri="{FF2B5EF4-FFF2-40B4-BE49-F238E27FC236}">
                <a16:creationId xmlns:a16="http://schemas.microsoft.com/office/drawing/2014/main" id="{0CDDD0C0-0F29-B6CE-A220-0906694764F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9BAEB61-16DB-7D21-E21D-77C589155C2B}"/>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C3E65C4-CD0E-C008-DAAD-AEA54507FE35}"/>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9">
            <a:extLst>
              <a:ext uri="{FF2B5EF4-FFF2-40B4-BE49-F238E27FC236}">
                <a16:creationId xmlns:a16="http://schemas.microsoft.com/office/drawing/2014/main" id="{2FA018EC-B439-2AE1-D316-FEB12DCD32B5}"/>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6" name="Text Placeholder 14">
            <a:extLst>
              <a:ext uri="{FF2B5EF4-FFF2-40B4-BE49-F238E27FC236}">
                <a16:creationId xmlns:a16="http://schemas.microsoft.com/office/drawing/2014/main" id="{3CF43AD2-E36C-7D92-5C2B-141EA99FF902}"/>
              </a:ext>
            </a:extLst>
          </p:cNvPr>
          <p:cNvSpPr>
            <a:spLocks noGrp="1"/>
          </p:cNvSpPr>
          <p:nvPr>
            <p:ph type="body" sz="quarter" idx="17" hasCustomPrompt="1"/>
          </p:nvPr>
        </p:nvSpPr>
        <p:spPr>
          <a:xfrm>
            <a:off x="311150" y="1360082"/>
            <a:ext cx="11582400" cy="1179810"/>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07361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meline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Connector 3">
            <a:extLst>
              <a:ext uri="{FF2B5EF4-FFF2-40B4-BE49-F238E27FC236}">
                <a16:creationId xmlns:a16="http://schemas.microsoft.com/office/drawing/2014/main" id="{07BE537A-074C-1711-A5D3-7B917674F01F}"/>
              </a:ext>
            </a:extLst>
          </p:cNvPr>
          <p:cNvCxnSpPr>
            <a:cxnSpLocks/>
          </p:cNvCxnSpPr>
          <p:nvPr userDrawn="1"/>
        </p:nvCxnSpPr>
        <p:spPr>
          <a:xfrm>
            <a:off x="0" y="3429000"/>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B1371FB1-543B-1D5A-75E5-193F6BD0FA5D}"/>
              </a:ext>
            </a:extLst>
          </p:cNvPr>
          <p:cNvSpPr/>
          <p:nvPr userDrawn="1"/>
        </p:nvSpPr>
        <p:spPr>
          <a:xfrm>
            <a:off x="304800" y="3397438"/>
            <a:ext cx="63124" cy="6312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cxnSp>
        <p:nvCxnSpPr>
          <p:cNvPr id="12" name="Straight Connector 11">
            <a:extLst>
              <a:ext uri="{FF2B5EF4-FFF2-40B4-BE49-F238E27FC236}">
                <a16:creationId xmlns:a16="http://schemas.microsoft.com/office/drawing/2014/main" id="{01FA5C32-9460-7939-1F02-9C826D882117}"/>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193B9089-1870-EAD8-75B8-F52D2FE48003}"/>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BF0468C-3305-87EB-454C-D81002835696}"/>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6" name="Text Placeholder 5">
            <a:extLst>
              <a:ext uri="{FF2B5EF4-FFF2-40B4-BE49-F238E27FC236}">
                <a16:creationId xmlns:a16="http://schemas.microsoft.com/office/drawing/2014/main" id="{24FBE8CB-956D-45A7-F8A7-3AF97E9E3E10}"/>
              </a:ext>
            </a:extLst>
          </p:cNvPr>
          <p:cNvSpPr>
            <a:spLocks noGrp="1"/>
          </p:cNvSpPr>
          <p:nvPr>
            <p:ph type="body" sz="quarter" idx="12" hasCustomPrompt="1"/>
          </p:nvPr>
        </p:nvSpPr>
        <p:spPr>
          <a:xfrm>
            <a:off x="306887" y="305089"/>
            <a:ext cx="7623663" cy="25998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7" name="Text Placeholder 9">
            <a:extLst>
              <a:ext uri="{FF2B5EF4-FFF2-40B4-BE49-F238E27FC236}">
                <a16:creationId xmlns:a16="http://schemas.microsoft.com/office/drawing/2014/main" id="{9A2603E0-7133-C331-9053-AD6FD17E719F}"/>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4497705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Full Width Image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Picture Placeholder 4">
            <a:extLst>
              <a:ext uri="{FF2B5EF4-FFF2-40B4-BE49-F238E27FC236}">
                <a16:creationId xmlns:a16="http://schemas.microsoft.com/office/drawing/2014/main" id="{E0A3CDE9-E4E2-31A8-BA6B-E1EF87D1F83A}"/>
              </a:ext>
            </a:extLst>
          </p:cNvPr>
          <p:cNvSpPr>
            <a:spLocks noGrp="1"/>
          </p:cNvSpPr>
          <p:nvPr>
            <p:ph type="pic" sz="quarter" idx="16"/>
          </p:nvPr>
        </p:nvSpPr>
        <p:spPr>
          <a:xfrm>
            <a:off x="0" y="839337"/>
            <a:ext cx="12192000" cy="4640239"/>
          </a:xfrm>
          <a:prstGeom prst="rect">
            <a:avLst/>
          </a:prstGeom>
        </p:spPr>
        <p:txBody>
          <a:bodyPr/>
          <a:lstStyle/>
          <a:p>
            <a:endParaRPr lang="en-BR"/>
          </a:p>
        </p:txBody>
      </p:sp>
      <p:sp>
        <p:nvSpPr>
          <p:cNvPr id="9" name="Text Placeholder 5">
            <a:extLst>
              <a:ext uri="{FF2B5EF4-FFF2-40B4-BE49-F238E27FC236}">
                <a16:creationId xmlns:a16="http://schemas.microsoft.com/office/drawing/2014/main" id="{8E67B820-4E92-4D34-D145-7689BA387981}"/>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955911E4-2F3A-22CC-F6F7-E4158B09765A}"/>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1DF01A24-55B1-E04D-3D81-9258F71F2CF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64E87A6F-797D-3D3E-9789-16360A1E49FD}"/>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6" name="Text Placeholder 9">
            <a:extLst>
              <a:ext uri="{FF2B5EF4-FFF2-40B4-BE49-F238E27FC236}">
                <a16:creationId xmlns:a16="http://schemas.microsoft.com/office/drawing/2014/main" id="{2533645B-8049-77B1-5C27-65B1666849BB}"/>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17878688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Half Image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Picture Placeholder 4">
            <a:extLst>
              <a:ext uri="{FF2B5EF4-FFF2-40B4-BE49-F238E27FC236}">
                <a16:creationId xmlns:a16="http://schemas.microsoft.com/office/drawing/2014/main" id="{E0A3CDE9-E4E2-31A8-BA6B-E1EF87D1F83A}"/>
              </a:ext>
            </a:extLst>
          </p:cNvPr>
          <p:cNvSpPr>
            <a:spLocks noGrp="1"/>
          </p:cNvSpPr>
          <p:nvPr>
            <p:ph type="pic" sz="quarter" idx="16"/>
          </p:nvPr>
        </p:nvSpPr>
        <p:spPr>
          <a:xfrm>
            <a:off x="304800" y="839337"/>
            <a:ext cx="5720687" cy="4647063"/>
          </a:xfrm>
          <a:prstGeom prst="rect">
            <a:avLst/>
          </a:prstGeom>
        </p:spPr>
        <p:txBody>
          <a:bodyPr/>
          <a:lstStyle/>
          <a:p>
            <a:endParaRPr lang="en-BR"/>
          </a:p>
        </p:txBody>
      </p:sp>
      <p:sp>
        <p:nvSpPr>
          <p:cNvPr id="9" name="Text Placeholder 5">
            <a:extLst>
              <a:ext uri="{FF2B5EF4-FFF2-40B4-BE49-F238E27FC236}">
                <a16:creationId xmlns:a16="http://schemas.microsoft.com/office/drawing/2014/main" id="{11971D41-5360-5A34-067B-F43416CE2A08}"/>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31007D7B-A875-848B-3D08-126BF7E3838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40C260E7-6CA7-F3ED-AB15-185CC43429AE}"/>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A3F96EDD-A70B-161E-BF4C-F3212294101A}"/>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6" name="Text Placeholder 9">
            <a:extLst>
              <a:ext uri="{FF2B5EF4-FFF2-40B4-BE49-F238E27FC236}">
                <a16:creationId xmlns:a16="http://schemas.microsoft.com/office/drawing/2014/main" id="{738D2B1B-406F-59A7-F0D2-A0F55785935E}"/>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12127624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 Image's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13" name="Text Placeholder 5">
            <a:extLst>
              <a:ext uri="{FF2B5EF4-FFF2-40B4-BE49-F238E27FC236}">
                <a16:creationId xmlns:a16="http://schemas.microsoft.com/office/drawing/2014/main" id="{8F71CD15-0D1E-8D4F-CEAD-242F41319F62}"/>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5" name="Straight Connector 14">
            <a:extLst>
              <a:ext uri="{FF2B5EF4-FFF2-40B4-BE49-F238E27FC236}">
                <a16:creationId xmlns:a16="http://schemas.microsoft.com/office/drawing/2014/main" id="{2577D56B-7DF4-EEB6-7FB8-F255A203ACE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E616896-68AC-D251-44C6-143F365D562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4335128-63E9-8908-EA47-8CE0DBD825D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7" name="Text Placeholder 9">
            <a:extLst>
              <a:ext uri="{FF2B5EF4-FFF2-40B4-BE49-F238E27FC236}">
                <a16:creationId xmlns:a16="http://schemas.microsoft.com/office/drawing/2014/main" id="{7B244ADF-F54D-85C9-719A-4192BB3C5D94}"/>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2" name="Picture Placeholder 4">
            <a:extLst>
              <a:ext uri="{FF2B5EF4-FFF2-40B4-BE49-F238E27FC236}">
                <a16:creationId xmlns:a16="http://schemas.microsoft.com/office/drawing/2014/main" id="{268AA316-102E-96E9-6A04-D725302857E3}"/>
              </a:ext>
            </a:extLst>
          </p:cNvPr>
          <p:cNvSpPr>
            <a:spLocks noGrp="1"/>
          </p:cNvSpPr>
          <p:nvPr>
            <p:ph type="pic" sz="quarter" idx="16"/>
          </p:nvPr>
        </p:nvSpPr>
        <p:spPr>
          <a:xfrm>
            <a:off x="304801" y="839337"/>
            <a:ext cx="5728322" cy="4647063"/>
          </a:xfrm>
          <a:prstGeom prst="rect">
            <a:avLst/>
          </a:prstGeom>
        </p:spPr>
        <p:txBody>
          <a:bodyPr/>
          <a:lstStyle/>
          <a:p>
            <a:endParaRPr lang="en-BR"/>
          </a:p>
        </p:txBody>
      </p:sp>
      <p:sp>
        <p:nvSpPr>
          <p:cNvPr id="14" name="Picture Placeholder 4">
            <a:extLst>
              <a:ext uri="{FF2B5EF4-FFF2-40B4-BE49-F238E27FC236}">
                <a16:creationId xmlns:a16="http://schemas.microsoft.com/office/drawing/2014/main" id="{301A705C-9A67-7A5A-8898-9F857650DB8C}"/>
              </a:ext>
            </a:extLst>
          </p:cNvPr>
          <p:cNvSpPr>
            <a:spLocks noGrp="1"/>
          </p:cNvSpPr>
          <p:nvPr>
            <p:ph type="pic" sz="quarter" idx="17"/>
          </p:nvPr>
        </p:nvSpPr>
        <p:spPr>
          <a:xfrm>
            <a:off x="6154738" y="839337"/>
            <a:ext cx="2805424" cy="2258702"/>
          </a:xfrm>
          <a:prstGeom prst="rect">
            <a:avLst/>
          </a:prstGeom>
        </p:spPr>
        <p:txBody>
          <a:bodyPr/>
          <a:lstStyle/>
          <a:p>
            <a:endParaRPr lang="en-BR"/>
          </a:p>
        </p:txBody>
      </p:sp>
      <p:sp>
        <p:nvSpPr>
          <p:cNvPr id="16" name="Picture Placeholder 4">
            <a:extLst>
              <a:ext uri="{FF2B5EF4-FFF2-40B4-BE49-F238E27FC236}">
                <a16:creationId xmlns:a16="http://schemas.microsoft.com/office/drawing/2014/main" id="{9B351662-C49D-7C56-2750-0CA6003EE18D}"/>
              </a:ext>
            </a:extLst>
          </p:cNvPr>
          <p:cNvSpPr>
            <a:spLocks noGrp="1"/>
          </p:cNvSpPr>
          <p:nvPr>
            <p:ph type="pic" sz="quarter" idx="18"/>
          </p:nvPr>
        </p:nvSpPr>
        <p:spPr>
          <a:xfrm>
            <a:off x="6154738" y="3218207"/>
            <a:ext cx="2805424" cy="2268193"/>
          </a:xfrm>
          <a:prstGeom prst="rect">
            <a:avLst/>
          </a:prstGeom>
        </p:spPr>
        <p:txBody>
          <a:bodyPr/>
          <a:lstStyle/>
          <a:p>
            <a:endParaRPr lang="en-BR"/>
          </a:p>
        </p:txBody>
      </p:sp>
      <p:sp>
        <p:nvSpPr>
          <p:cNvPr id="17" name="Picture Placeholder 4">
            <a:extLst>
              <a:ext uri="{FF2B5EF4-FFF2-40B4-BE49-F238E27FC236}">
                <a16:creationId xmlns:a16="http://schemas.microsoft.com/office/drawing/2014/main" id="{020C6560-24BB-CD4F-6022-2058331336EF}"/>
              </a:ext>
            </a:extLst>
          </p:cNvPr>
          <p:cNvSpPr>
            <a:spLocks noGrp="1"/>
          </p:cNvSpPr>
          <p:nvPr>
            <p:ph type="pic" sz="quarter" idx="19"/>
          </p:nvPr>
        </p:nvSpPr>
        <p:spPr>
          <a:xfrm>
            <a:off x="9081777" y="839337"/>
            <a:ext cx="2805424" cy="2268192"/>
          </a:xfrm>
          <a:prstGeom prst="rect">
            <a:avLst/>
          </a:prstGeom>
        </p:spPr>
        <p:txBody>
          <a:bodyPr/>
          <a:lstStyle/>
          <a:p>
            <a:endParaRPr lang="en-BR"/>
          </a:p>
        </p:txBody>
      </p:sp>
      <p:sp>
        <p:nvSpPr>
          <p:cNvPr id="18" name="Picture Placeholder 4">
            <a:extLst>
              <a:ext uri="{FF2B5EF4-FFF2-40B4-BE49-F238E27FC236}">
                <a16:creationId xmlns:a16="http://schemas.microsoft.com/office/drawing/2014/main" id="{C778B91E-AE04-89AD-35AD-36F6164A6231}"/>
              </a:ext>
            </a:extLst>
          </p:cNvPr>
          <p:cNvSpPr>
            <a:spLocks noGrp="1"/>
          </p:cNvSpPr>
          <p:nvPr>
            <p:ph type="pic" sz="quarter" idx="20"/>
          </p:nvPr>
        </p:nvSpPr>
        <p:spPr>
          <a:xfrm>
            <a:off x="9081777" y="3218207"/>
            <a:ext cx="2805424" cy="2268193"/>
          </a:xfrm>
          <a:prstGeom prst="rect">
            <a:avLst/>
          </a:prstGeom>
        </p:spPr>
        <p:txBody>
          <a:bodyPr/>
          <a:lstStyle/>
          <a:p>
            <a:endParaRPr lang="en-BR"/>
          </a:p>
        </p:txBody>
      </p:sp>
    </p:spTree>
    <p:extLst>
      <p:ext uri="{BB962C8B-B14F-4D97-AF65-F5344CB8AC3E}">
        <p14:creationId xmlns:p14="http://schemas.microsoft.com/office/powerpoint/2010/main" val="16718522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able] Title Only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8" name="Table Placeholder 7">
            <a:extLst>
              <a:ext uri="{FF2B5EF4-FFF2-40B4-BE49-F238E27FC236}">
                <a16:creationId xmlns:a16="http://schemas.microsoft.com/office/drawing/2014/main" id="{863DA507-7441-023A-60F9-1EEFFA3EB8CD}"/>
              </a:ext>
            </a:extLst>
          </p:cNvPr>
          <p:cNvSpPr>
            <a:spLocks noGrp="1"/>
          </p:cNvSpPr>
          <p:nvPr>
            <p:ph type="tbl" sz="quarter" idx="17"/>
          </p:nvPr>
        </p:nvSpPr>
        <p:spPr>
          <a:xfrm>
            <a:off x="304800" y="836613"/>
            <a:ext cx="11588750" cy="4787721"/>
          </a:xfrm>
          <a:prstGeom prst="rect">
            <a:avLst/>
          </a:prstGeom>
        </p:spPr>
        <p:txBody>
          <a:bodyPr/>
          <a:lstStyle/>
          <a:p>
            <a:endParaRPr lang="en-BR"/>
          </a:p>
        </p:txBody>
      </p:sp>
      <p:sp>
        <p:nvSpPr>
          <p:cNvPr id="10" name="Text Placeholder 5">
            <a:extLst>
              <a:ext uri="{FF2B5EF4-FFF2-40B4-BE49-F238E27FC236}">
                <a16:creationId xmlns:a16="http://schemas.microsoft.com/office/drawing/2014/main" id="{5E06DBD7-8A03-462A-D77E-89CFFB197931}"/>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2" name="Straight Connector 11">
            <a:extLst>
              <a:ext uri="{FF2B5EF4-FFF2-40B4-BE49-F238E27FC236}">
                <a16:creationId xmlns:a16="http://schemas.microsoft.com/office/drawing/2014/main" id="{44402CD7-3724-3A48-C5F5-ECD7BBED5AD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3D7C9D6-C57E-74CE-AB42-2A82331630B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DD34D536-77BE-0D27-6A4D-CA40AA8A31D8}"/>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9">
            <a:extLst>
              <a:ext uri="{FF2B5EF4-FFF2-40B4-BE49-F238E27FC236}">
                <a16:creationId xmlns:a16="http://schemas.microsoft.com/office/drawing/2014/main" id="{40F8BF75-058D-DCAA-F4EF-6A720F8E8AE5}"/>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24923187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aph] + Title + Subtitle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Chart Placeholder 4">
            <a:extLst>
              <a:ext uri="{FF2B5EF4-FFF2-40B4-BE49-F238E27FC236}">
                <a16:creationId xmlns:a16="http://schemas.microsoft.com/office/drawing/2014/main" id="{56946CFD-1D21-9404-652D-3E06441D45CF}"/>
              </a:ext>
            </a:extLst>
          </p:cNvPr>
          <p:cNvSpPr>
            <a:spLocks noGrp="1"/>
          </p:cNvSpPr>
          <p:nvPr>
            <p:ph type="chart" sz="quarter" idx="17"/>
          </p:nvPr>
        </p:nvSpPr>
        <p:spPr>
          <a:xfrm>
            <a:off x="304800" y="830476"/>
            <a:ext cx="11588750" cy="4787900"/>
          </a:xfrm>
          <a:prstGeom prst="rect">
            <a:avLst/>
          </a:prstGeom>
        </p:spPr>
        <p:txBody>
          <a:bodyPr/>
          <a:lstStyle/>
          <a:p>
            <a:endParaRPr lang="en-BR"/>
          </a:p>
        </p:txBody>
      </p:sp>
      <p:sp>
        <p:nvSpPr>
          <p:cNvPr id="8" name="Text Placeholder 5">
            <a:extLst>
              <a:ext uri="{FF2B5EF4-FFF2-40B4-BE49-F238E27FC236}">
                <a16:creationId xmlns:a16="http://schemas.microsoft.com/office/drawing/2014/main" id="{C71DDAD7-8E8E-EB43-C898-3B4658F13294}"/>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0" name="Straight Connector 9">
            <a:extLst>
              <a:ext uri="{FF2B5EF4-FFF2-40B4-BE49-F238E27FC236}">
                <a16:creationId xmlns:a16="http://schemas.microsoft.com/office/drawing/2014/main" id="{DB28D87C-1F79-5052-4F6D-D3D6E0D48BF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66F7F1F8-F718-1D4B-2C8D-191EFCF7A06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21732E20-CF56-431B-1F7A-0D67EA112FE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7" name="Text Placeholder 9">
            <a:extLst>
              <a:ext uri="{FF2B5EF4-FFF2-40B4-BE49-F238E27FC236}">
                <a16:creationId xmlns:a16="http://schemas.microsoft.com/office/drawing/2014/main" id="{9212047E-ED1D-94FF-508B-82D33FCDA3DC}"/>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23019233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 Columns + Secondary Titl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15" name="Text Placeholder 5">
            <a:extLst>
              <a:ext uri="{FF2B5EF4-FFF2-40B4-BE49-F238E27FC236}">
                <a16:creationId xmlns:a16="http://schemas.microsoft.com/office/drawing/2014/main" id="{3571DDB2-C2AD-118F-A914-CB3ADC802077}"/>
              </a:ext>
            </a:extLst>
          </p:cNvPr>
          <p:cNvSpPr>
            <a:spLocks noGrp="1"/>
          </p:cNvSpPr>
          <p:nvPr>
            <p:ph type="body" sz="quarter" idx="12" hasCustomPrompt="1"/>
          </p:nvPr>
        </p:nvSpPr>
        <p:spPr>
          <a:xfrm>
            <a:off x="306887" y="305088"/>
            <a:ext cx="7623663" cy="337025"/>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9" name="Text Placeholder 8">
            <a:extLst>
              <a:ext uri="{FF2B5EF4-FFF2-40B4-BE49-F238E27FC236}">
                <a16:creationId xmlns:a16="http://schemas.microsoft.com/office/drawing/2014/main" id="{7F8394D9-C8CC-6F28-447C-42D270D29274}"/>
              </a:ext>
            </a:extLst>
          </p:cNvPr>
          <p:cNvSpPr>
            <a:spLocks noGrp="1"/>
          </p:cNvSpPr>
          <p:nvPr>
            <p:ph type="body" sz="quarter" idx="16" hasCustomPrompt="1"/>
          </p:nvPr>
        </p:nvSpPr>
        <p:spPr>
          <a:xfrm>
            <a:off x="304800" y="852146"/>
            <a:ext cx="11588750" cy="307777"/>
          </a:xfrm>
          <a:prstGeom prst="rect">
            <a:avLst/>
          </a:prstGeom>
        </p:spPr>
        <p:txBody>
          <a:bodyPr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0" name="Straight Connector 19">
            <a:extLst>
              <a:ext uri="{FF2B5EF4-FFF2-40B4-BE49-F238E27FC236}">
                <a16:creationId xmlns:a16="http://schemas.microsoft.com/office/drawing/2014/main" id="{EFC21CEA-2DBB-7131-5EEB-E120471FEE8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0AF7CBC-5ECA-D193-1C58-F758DC21385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30407B9-C065-3C39-DEC7-F58B725CB4A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6" name="Text Placeholder 9">
            <a:extLst>
              <a:ext uri="{FF2B5EF4-FFF2-40B4-BE49-F238E27FC236}">
                <a16:creationId xmlns:a16="http://schemas.microsoft.com/office/drawing/2014/main" id="{7154C043-4056-FFD7-8799-B2AF8166E013}"/>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7" name="Straight Arrow Connector 6">
            <a:extLst>
              <a:ext uri="{FF2B5EF4-FFF2-40B4-BE49-F238E27FC236}">
                <a16:creationId xmlns:a16="http://schemas.microsoft.com/office/drawing/2014/main" id="{EAAF7623-4E3F-E3C6-D955-234EC0BA38D1}"/>
              </a:ext>
            </a:extLst>
          </p:cNvPr>
          <p:cNvCxnSpPr>
            <a:cxnSpLocks/>
          </p:cNvCxnSpPr>
          <p:nvPr userDrawn="1"/>
        </p:nvCxnSpPr>
        <p:spPr>
          <a:xfrm>
            <a:off x="304801" y="177156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6D6641C-D805-D0B2-5DCA-B7AD2B84A292}"/>
              </a:ext>
            </a:extLst>
          </p:cNvPr>
          <p:cNvCxnSpPr>
            <a:cxnSpLocks/>
          </p:cNvCxnSpPr>
          <p:nvPr userDrawn="1"/>
        </p:nvCxnSpPr>
        <p:spPr>
          <a:xfrm>
            <a:off x="6208777" y="177156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2" name="Text Placeholder 5">
            <a:extLst>
              <a:ext uri="{FF2B5EF4-FFF2-40B4-BE49-F238E27FC236}">
                <a16:creationId xmlns:a16="http://schemas.microsoft.com/office/drawing/2014/main" id="{E3ECB08A-DE2D-2A99-33D9-6F3B2487C571}"/>
              </a:ext>
            </a:extLst>
          </p:cNvPr>
          <p:cNvSpPr>
            <a:spLocks noGrp="1"/>
          </p:cNvSpPr>
          <p:nvPr>
            <p:ph type="body" sz="quarter" idx="17" hasCustomPrompt="1"/>
          </p:nvPr>
        </p:nvSpPr>
        <p:spPr>
          <a:xfrm>
            <a:off x="304801" y="1360082"/>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4" name="Text Placeholder 5">
            <a:extLst>
              <a:ext uri="{FF2B5EF4-FFF2-40B4-BE49-F238E27FC236}">
                <a16:creationId xmlns:a16="http://schemas.microsoft.com/office/drawing/2014/main" id="{326005CB-0EEB-CFE5-28C5-8BF0E5BF2764}"/>
              </a:ext>
            </a:extLst>
          </p:cNvPr>
          <p:cNvSpPr>
            <a:spLocks noGrp="1"/>
          </p:cNvSpPr>
          <p:nvPr>
            <p:ph type="body" sz="quarter" idx="18" hasCustomPrompt="1"/>
          </p:nvPr>
        </p:nvSpPr>
        <p:spPr>
          <a:xfrm>
            <a:off x="6208777" y="1360082"/>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8" name="Content Placeholder 11">
            <a:extLst>
              <a:ext uri="{FF2B5EF4-FFF2-40B4-BE49-F238E27FC236}">
                <a16:creationId xmlns:a16="http://schemas.microsoft.com/office/drawing/2014/main" id="{9CB6C95F-54CF-5B47-0E5F-2B833BDCF24C}"/>
              </a:ext>
            </a:extLst>
          </p:cNvPr>
          <p:cNvSpPr>
            <a:spLocks noGrp="1"/>
          </p:cNvSpPr>
          <p:nvPr>
            <p:ph sz="quarter" idx="26" hasCustomPrompt="1"/>
          </p:nvPr>
        </p:nvSpPr>
        <p:spPr>
          <a:xfrm>
            <a:off x="304801" y="1823655"/>
            <a:ext cx="5678424" cy="3727865"/>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1">
            <a:extLst>
              <a:ext uri="{FF2B5EF4-FFF2-40B4-BE49-F238E27FC236}">
                <a16:creationId xmlns:a16="http://schemas.microsoft.com/office/drawing/2014/main" id="{B51B749A-448D-3754-A8D7-FC7F7D7B3314}"/>
              </a:ext>
            </a:extLst>
          </p:cNvPr>
          <p:cNvSpPr>
            <a:spLocks noGrp="1"/>
          </p:cNvSpPr>
          <p:nvPr>
            <p:ph sz="quarter" idx="27" hasCustomPrompt="1"/>
          </p:nvPr>
        </p:nvSpPr>
        <p:spPr>
          <a:xfrm>
            <a:off x="6208777" y="1823655"/>
            <a:ext cx="5678424" cy="3727865"/>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390804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plit Slide">
    <p:bg>
      <p:bgPr>
        <a:solidFill>
          <a:schemeClr val="bg1"/>
        </a:solidFill>
        <a:effectLst/>
      </p:bgPr>
    </p:bg>
    <p:spTree>
      <p:nvGrpSpPr>
        <p:cNvPr id="1" name=""/>
        <p:cNvGrpSpPr/>
        <p:nvPr/>
      </p:nvGrpSpPr>
      <p:grpSpPr>
        <a:xfrm>
          <a:off x="0" y="0"/>
          <a:ext cx="0" cy="0"/>
          <a:chOff x="0" y="0"/>
          <a:chExt cx="0" cy="0"/>
        </a:xfrm>
      </p:grpSpPr>
      <p:sp>
        <p:nvSpPr>
          <p:cNvPr id="9" name="Text Placeholder 5">
            <a:extLst>
              <a:ext uri="{FF2B5EF4-FFF2-40B4-BE49-F238E27FC236}">
                <a16:creationId xmlns:a16="http://schemas.microsoft.com/office/drawing/2014/main" id="{4A999882-4A7C-74C7-3E7A-F76947C45A97}"/>
              </a:ext>
            </a:extLst>
          </p:cNvPr>
          <p:cNvSpPr>
            <a:spLocks noGrp="1"/>
          </p:cNvSpPr>
          <p:nvPr>
            <p:ph type="body" sz="quarter" idx="19"/>
          </p:nvPr>
        </p:nvSpPr>
        <p:spPr>
          <a:xfrm>
            <a:off x="6318503" y="1360082"/>
            <a:ext cx="5568696" cy="414083"/>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6" name="Text Placeholder 5">
            <a:extLst>
              <a:ext uri="{FF2B5EF4-FFF2-40B4-BE49-F238E27FC236}">
                <a16:creationId xmlns:a16="http://schemas.microsoft.com/office/drawing/2014/main" id="{D4534358-DAC2-78BE-2357-F028A91FA313}"/>
              </a:ext>
            </a:extLst>
          </p:cNvPr>
          <p:cNvSpPr>
            <a:spLocks noGrp="1"/>
          </p:cNvSpPr>
          <p:nvPr>
            <p:ph type="body" sz="quarter" idx="18"/>
          </p:nvPr>
        </p:nvSpPr>
        <p:spPr>
          <a:xfrm>
            <a:off x="304800" y="1360082"/>
            <a:ext cx="5568696" cy="414083"/>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8" name="Text Placeholder 9">
            <a:extLst>
              <a:ext uri="{FF2B5EF4-FFF2-40B4-BE49-F238E27FC236}">
                <a16:creationId xmlns:a16="http://schemas.microsoft.com/office/drawing/2014/main" id="{1F60A7E6-1591-2F10-8E54-3DC0036BCC6C}"/>
              </a:ext>
            </a:extLst>
          </p:cNvPr>
          <p:cNvSpPr>
            <a:spLocks noGrp="1"/>
          </p:cNvSpPr>
          <p:nvPr>
            <p:ph type="body" sz="quarter" idx="13" hasCustomPrompt="1"/>
          </p:nvPr>
        </p:nvSpPr>
        <p:spPr>
          <a:xfrm>
            <a:off x="304801" y="5624334"/>
            <a:ext cx="11582398" cy="512064"/>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1" name="Text Placeholder 5">
            <a:extLst>
              <a:ext uri="{FF2B5EF4-FFF2-40B4-BE49-F238E27FC236}">
                <a16:creationId xmlns:a16="http://schemas.microsoft.com/office/drawing/2014/main" id="{3C4F440C-2D94-382B-9284-469ED54B309D}"/>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4" name="Straight Connector 13">
            <a:extLst>
              <a:ext uri="{FF2B5EF4-FFF2-40B4-BE49-F238E27FC236}">
                <a16:creationId xmlns:a16="http://schemas.microsoft.com/office/drawing/2014/main" id="{29688462-B2EA-EF4A-1AF7-2261033E397D}"/>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3B75DD51-D0EC-C707-94FE-8C5A3FB2129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610ADA34-6C39-FAFF-DA39-BBB8D7F1FD20}"/>
              </a:ext>
            </a:extLst>
          </p:cNvPr>
          <p:cNvSpPr>
            <a:spLocks noGrp="1"/>
          </p:cNvSpPr>
          <p:nvPr>
            <p:ph type="ftr" sz="quarter" idx="3"/>
          </p:nvPr>
        </p:nvSpPr>
        <p:spPr>
          <a:xfrm>
            <a:off x="5318631" y="6410432"/>
            <a:ext cx="1554738" cy="123111"/>
          </a:xfrm>
          <a:prstGeom prst="rect">
            <a:avLst/>
          </a:prstGeom>
          <a:noFill/>
        </p:spPr>
        <p:txBody>
          <a:bodyPr wrap="square" lIns="0" tIns="0" rIns="0" bIns="0" rtlCol="0" anchor="ctr">
            <a:spAutoFit/>
          </a:bodyPr>
          <a:lstStyle>
            <a:lvl1pPr algn="ctr">
              <a:defRPr sz="800">
                <a:solidFill>
                  <a:srgbClr val="141414"/>
                </a:solidFill>
              </a:defRPr>
            </a:lvl1pPr>
          </a:lstStyle>
          <a:p>
            <a:r>
              <a:rPr lang="en-US"/>
              <a:t>Sixth Street Highly Confidential</a:t>
            </a:r>
          </a:p>
        </p:txBody>
      </p:sp>
      <p:sp>
        <p:nvSpPr>
          <p:cNvPr id="5" name="Text Placeholder 8">
            <a:extLst>
              <a:ext uri="{FF2B5EF4-FFF2-40B4-BE49-F238E27FC236}">
                <a16:creationId xmlns:a16="http://schemas.microsoft.com/office/drawing/2014/main" id="{576A394F-35D3-00ED-F9C0-3EA0023B0848}"/>
              </a:ext>
            </a:extLst>
          </p:cNvPr>
          <p:cNvSpPr>
            <a:spLocks noGrp="1"/>
          </p:cNvSpPr>
          <p:nvPr>
            <p:ph type="body" sz="quarter" idx="16" hasCustomPrompt="1"/>
          </p:nvPr>
        </p:nvSpPr>
        <p:spPr>
          <a:xfrm>
            <a:off x="304801" y="852146"/>
            <a:ext cx="11588750" cy="307777"/>
          </a:xfrm>
          <a:prstGeom prst="rect">
            <a:avLst/>
          </a:prstGeom>
        </p:spPr>
        <p:txBody>
          <a:bodyPr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6" name="Straight Arrow Connector 15">
            <a:extLst>
              <a:ext uri="{FF2B5EF4-FFF2-40B4-BE49-F238E27FC236}">
                <a16:creationId xmlns:a16="http://schemas.microsoft.com/office/drawing/2014/main" id="{FE740AA9-EA37-D14A-5B53-C93328E7FF99}"/>
              </a:ext>
            </a:extLst>
          </p:cNvPr>
          <p:cNvCxnSpPr>
            <a:cxnSpLocks/>
          </p:cNvCxnSpPr>
          <p:nvPr userDrawn="1"/>
        </p:nvCxnSpPr>
        <p:spPr>
          <a:xfrm>
            <a:off x="6096000" y="1357479"/>
            <a:ext cx="0" cy="4189805"/>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D91EA5DD-0125-1B58-1697-BF829A19F6EA}"/>
              </a:ext>
            </a:extLst>
          </p:cNvPr>
          <p:cNvSpPr>
            <a:spLocks noGrp="1"/>
          </p:cNvSpPr>
          <p:nvPr>
            <p:ph type="body" sz="quarter" idx="24"/>
          </p:nvPr>
        </p:nvSpPr>
        <p:spPr>
          <a:xfrm>
            <a:off x="304800" y="1823656"/>
            <a:ext cx="5568696" cy="37216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17">
            <a:extLst>
              <a:ext uri="{FF2B5EF4-FFF2-40B4-BE49-F238E27FC236}">
                <a16:creationId xmlns:a16="http://schemas.microsoft.com/office/drawing/2014/main" id="{5C43CC48-207C-01DE-F682-AEACF3D48A98}"/>
              </a:ext>
            </a:extLst>
          </p:cNvPr>
          <p:cNvSpPr>
            <a:spLocks noGrp="1"/>
          </p:cNvSpPr>
          <p:nvPr>
            <p:ph type="body" sz="quarter" idx="25"/>
          </p:nvPr>
        </p:nvSpPr>
        <p:spPr>
          <a:xfrm>
            <a:off x="6318503" y="1823656"/>
            <a:ext cx="5568696" cy="37216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244001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raph] Split Slide + Secondary Titl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11" name="Text Placeholder 5">
            <a:extLst>
              <a:ext uri="{FF2B5EF4-FFF2-40B4-BE49-F238E27FC236}">
                <a16:creationId xmlns:a16="http://schemas.microsoft.com/office/drawing/2014/main" id="{1ED77BB0-8667-B66B-4D78-132F55274BF3}"/>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9" name="Text Placeholder 8">
            <a:extLst>
              <a:ext uri="{FF2B5EF4-FFF2-40B4-BE49-F238E27FC236}">
                <a16:creationId xmlns:a16="http://schemas.microsoft.com/office/drawing/2014/main" id="{EEC117EE-53B1-5828-B947-9720C0A3E062}"/>
              </a:ext>
            </a:extLst>
          </p:cNvPr>
          <p:cNvSpPr>
            <a:spLocks noGrp="1"/>
          </p:cNvSpPr>
          <p:nvPr>
            <p:ph type="body" sz="quarter" idx="16" hasCustomPrompt="1"/>
          </p:nvPr>
        </p:nvSpPr>
        <p:spPr>
          <a:xfrm>
            <a:off x="304800" y="852147"/>
            <a:ext cx="11588750" cy="307777"/>
          </a:xfrm>
          <a:prstGeom prst="rect">
            <a:avLst/>
          </a:prstGeom>
        </p:spPr>
        <p:txBody>
          <a:bodyPr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0" name="Straight Connector 19">
            <a:extLst>
              <a:ext uri="{FF2B5EF4-FFF2-40B4-BE49-F238E27FC236}">
                <a16:creationId xmlns:a16="http://schemas.microsoft.com/office/drawing/2014/main" id="{2D27A516-ECDE-3716-527C-829218D5C33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D46F88B-A6E4-C2FA-6714-AA6A13FD6AB6}"/>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58F48572-561B-DAC2-A3B3-0EE82EFF010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9">
            <a:extLst>
              <a:ext uri="{FF2B5EF4-FFF2-40B4-BE49-F238E27FC236}">
                <a16:creationId xmlns:a16="http://schemas.microsoft.com/office/drawing/2014/main" id="{874E79A3-74DB-2C10-97A3-CE0A0394B415}"/>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7" name="Text Placeholder 5">
            <a:extLst>
              <a:ext uri="{FF2B5EF4-FFF2-40B4-BE49-F238E27FC236}">
                <a16:creationId xmlns:a16="http://schemas.microsoft.com/office/drawing/2014/main" id="{BF2E7F7B-26F6-9977-43D0-B0231E5BBB15}"/>
              </a:ext>
            </a:extLst>
          </p:cNvPr>
          <p:cNvSpPr>
            <a:spLocks noGrp="1"/>
          </p:cNvSpPr>
          <p:nvPr>
            <p:ph type="body" sz="quarter" idx="19"/>
          </p:nvPr>
        </p:nvSpPr>
        <p:spPr>
          <a:xfrm>
            <a:off x="6318506" y="1360082"/>
            <a:ext cx="5568696"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cxnSp>
        <p:nvCxnSpPr>
          <p:cNvPr id="10" name="Straight Arrow Connector 9">
            <a:extLst>
              <a:ext uri="{FF2B5EF4-FFF2-40B4-BE49-F238E27FC236}">
                <a16:creationId xmlns:a16="http://schemas.microsoft.com/office/drawing/2014/main" id="{35043856-121D-E314-CC14-B88DC622EF7D}"/>
              </a:ext>
            </a:extLst>
          </p:cNvPr>
          <p:cNvCxnSpPr>
            <a:cxnSpLocks/>
          </p:cNvCxnSpPr>
          <p:nvPr userDrawn="1"/>
        </p:nvCxnSpPr>
        <p:spPr>
          <a:xfrm>
            <a:off x="6096000" y="1357479"/>
            <a:ext cx="0" cy="4189805"/>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2" name="Text Placeholder 5">
            <a:extLst>
              <a:ext uri="{FF2B5EF4-FFF2-40B4-BE49-F238E27FC236}">
                <a16:creationId xmlns:a16="http://schemas.microsoft.com/office/drawing/2014/main" id="{2354FD12-5714-E333-46AB-DBFA36D1B03A}"/>
              </a:ext>
            </a:extLst>
          </p:cNvPr>
          <p:cNvSpPr>
            <a:spLocks noGrp="1"/>
          </p:cNvSpPr>
          <p:nvPr>
            <p:ph type="body" sz="quarter" idx="18"/>
          </p:nvPr>
        </p:nvSpPr>
        <p:spPr>
          <a:xfrm>
            <a:off x="304800" y="1360082"/>
            <a:ext cx="5568696"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5" name="Chart Placeholder 11">
            <a:extLst>
              <a:ext uri="{FF2B5EF4-FFF2-40B4-BE49-F238E27FC236}">
                <a16:creationId xmlns:a16="http://schemas.microsoft.com/office/drawing/2014/main" id="{B064B04E-033B-9379-9F13-91695084F245}"/>
              </a:ext>
            </a:extLst>
          </p:cNvPr>
          <p:cNvSpPr>
            <a:spLocks noGrp="1"/>
          </p:cNvSpPr>
          <p:nvPr>
            <p:ph type="chart" sz="quarter" idx="21"/>
          </p:nvPr>
        </p:nvSpPr>
        <p:spPr>
          <a:xfrm>
            <a:off x="6318506" y="1823655"/>
            <a:ext cx="5568696" cy="3723628"/>
          </a:xfrm>
          <a:prstGeom prst="rect">
            <a:avLst/>
          </a:prstGeom>
        </p:spPr>
        <p:txBody>
          <a:bodyPr/>
          <a:lstStyle/>
          <a:p>
            <a:endParaRPr lang="en-BR"/>
          </a:p>
        </p:txBody>
      </p:sp>
      <p:sp>
        <p:nvSpPr>
          <p:cNvPr id="16" name="Chart Placeholder 11">
            <a:extLst>
              <a:ext uri="{FF2B5EF4-FFF2-40B4-BE49-F238E27FC236}">
                <a16:creationId xmlns:a16="http://schemas.microsoft.com/office/drawing/2014/main" id="{860F2057-C4AA-9634-FCDC-1A1FACD7C969}"/>
              </a:ext>
            </a:extLst>
          </p:cNvPr>
          <p:cNvSpPr>
            <a:spLocks noGrp="1"/>
          </p:cNvSpPr>
          <p:nvPr>
            <p:ph type="chart" sz="quarter" idx="22"/>
          </p:nvPr>
        </p:nvSpPr>
        <p:spPr>
          <a:xfrm>
            <a:off x="304800" y="1823656"/>
            <a:ext cx="5568696" cy="3723628"/>
          </a:xfrm>
          <a:prstGeom prst="rect">
            <a:avLst/>
          </a:prstGeom>
        </p:spPr>
        <p:txBody>
          <a:bodyPr/>
          <a:lstStyle/>
          <a:p>
            <a:endParaRPr lang="en-BR"/>
          </a:p>
        </p:txBody>
      </p:sp>
    </p:spTree>
    <p:extLst>
      <p:ext uri="{BB962C8B-B14F-4D97-AF65-F5344CB8AC3E}">
        <p14:creationId xmlns:p14="http://schemas.microsoft.com/office/powerpoint/2010/main" val="38997640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Vertical 3 Sections Slid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6" name="Text Placeholder 5">
            <a:extLst>
              <a:ext uri="{FF2B5EF4-FFF2-40B4-BE49-F238E27FC236}">
                <a16:creationId xmlns:a16="http://schemas.microsoft.com/office/drawing/2014/main" id="{D487DFB7-7401-FAF9-4FC6-E89B1F5A0B5A}"/>
              </a:ext>
            </a:extLst>
          </p:cNvPr>
          <p:cNvSpPr>
            <a:spLocks noGrp="1"/>
          </p:cNvSpPr>
          <p:nvPr>
            <p:ph type="body" sz="quarter" idx="19" hasCustomPrompt="1"/>
          </p:nvPr>
        </p:nvSpPr>
        <p:spPr>
          <a:xfrm>
            <a:off x="304800" y="852146"/>
            <a:ext cx="3703320"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1" name="Text Placeholder 5">
            <a:extLst>
              <a:ext uri="{FF2B5EF4-FFF2-40B4-BE49-F238E27FC236}">
                <a16:creationId xmlns:a16="http://schemas.microsoft.com/office/drawing/2014/main" id="{9DAFA641-611A-F390-A376-E120BB0C7C04}"/>
              </a:ext>
            </a:extLst>
          </p:cNvPr>
          <p:cNvSpPr>
            <a:spLocks noGrp="1"/>
          </p:cNvSpPr>
          <p:nvPr>
            <p:ph type="body" sz="quarter" idx="20" hasCustomPrompt="1"/>
          </p:nvPr>
        </p:nvSpPr>
        <p:spPr>
          <a:xfrm>
            <a:off x="4244341" y="852146"/>
            <a:ext cx="3703320"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3" name="Text Placeholder 5">
            <a:extLst>
              <a:ext uri="{FF2B5EF4-FFF2-40B4-BE49-F238E27FC236}">
                <a16:creationId xmlns:a16="http://schemas.microsoft.com/office/drawing/2014/main" id="{23810402-261E-6F42-7B92-EE1B2286CF23}"/>
              </a:ext>
            </a:extLst>
          </p:cNvPr>
          <p:cNvSpPr>
            <a:spLocks noGrp="1"/>
          </p:cNvSpPr>
          <p:nvPr>
            <p:ph type="body" sz="quarter" idx="21" hasCustomPrompt="1"/>
          </p:nvPr>
        </p:nvSpPr>
        <p:spPr>
          <a:xfrm>
            <a:off x="8183882" y="852146"/>
            <a:ext cx="3703320"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8" name="Text Placeholder 9">
            <a:extLst>
              <a:ext uri="{FF2B5EF4-FFF2-40B4-BE49-F238E27FC236}">
                <a16:creationId xmlns:a16="http://schemas.microsoft.com/office/drawing/2014/main" id="{3662AA8F-2ED3-E584-7520-5E0B85905F6C}"/>
              </a:ext>
            </a:extLst>
          </p:cNvPr>
          <p:cNvSpPr>
            <a:spLocks noGrp="1"/>
          </p:cNvSpPr>
          <p:nvPr>
            <p:ph type="body" sz="quarter" idx="13" hasCustomPrompt="1"/>
          </p:nvPr>
        </p:nvSpPr>
        <p:spPr>
          <a:xfrm>
            <a:off x="304800" y="6015526"/>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5" name="Text Placeholder 5">
            <a:extLst>
              <a:ext uri="{FF2B5EF4-FFF2-40B4-BE49-F238E27FC236}">
                <a16:creationId xmlns:a16="http://schemas.microsoft.com/office/drawing/2014/main" id="{9622B1E1-6081-8E0E-369D-602045E36B8E}"/>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7" name="Straight Connector 16">
            <a:extLst>
              <a:ext uri="{FF2B5EF4-FFF2-40B4-BE49-F238E27FC236}">
                <a16:creationId xmlns:a16="http://schemas.microsoft.com/office/drawing/2014/main" id="{180E4B75-E0F3-CE99-DA62-359DC677F6C1}"/>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6FF55E5-02DF-B865-DEB2-DE6C37FB19E0}"/>
              </a:ext>
            </a:extLst>
          </p:cNvPr>
          <p:cNvCxnSpPr>
            <a:cxnSpLocks/>
          </p:cNvCxnSpPr>
          <p:nvPr userDrawn="1"/>
        </p:nvCxnSpPr>
        <p:spPr>
          <a:xfrm>
            <a:off x="304800" y="1266229"/>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F8A59A4-9575-8EA2-BF5C-A21581689561}"/>
              </a:ext>
            </a:extLst>
          </p:cNvPr>
          <p:cNvCxnSpPr>
            <a:cxnSpLocks/>
          </p:cNvCxnSpPr>
          <p:nvPr userDrawn="1"/>
        </p:nvCxnSpPr>
        <p:spPr>
          <a:xfrm>
            <a:off x="4244341" y="1266229"/>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34F05D9-FD16-6F5F-FB43-D88F84B81B04}"/>
              </a:ext>
            </a:extLst>
          </p:cNvPr>
          <p:cNvCxnSpPr>
            <a:cxnSpLocks/>
          </p:cNvCxnSpPr>
          <p:nvPr userDrawn="1"/>
        </p:nvCxnSpPr>
        <p:spPr>
          <a:xfrm>
            <a:off x="8183882" y="1266229"/>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7ED2A3A-621C-B6ED-E0A9-931D754EFE3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052578EF-14E4-8135-91DA-780229785A4C}"/>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14" name="Content Placeholder 13">
            <a:extLst>
              <a:ext uri="{FF2B5EF4-FFF2-40B4-BE49-F238E27FC236}">
                <a16:creationId xmlns:a16="http://schemas.microsoft.com/office/drawing/2014/main" id="{25830C01-13C0-57E0-E956-12D001A359BD}"/>
              </a:ext>
            </a:extLst>
          </p:cNvPr>
          <p:cNvSpPr>
            <a:spLocks noGrp="1"/>
          </p:cNvSpPr>
          <p:nvPr>
            <p:ph sz="quarter" idx="31"/>
          </p:nvPr>
        </p:nvSpPr>
        <p:spPr>
          <a:xfrm>
            <a:off x="304800" y="1315719"/>
            <a:ext cx="37033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3">
            <a:extLst>
              <a:ext uri="{FF2B5EF4-FFF2-40B4-BE49-F238E27FC236}">
                <a16:creationId xmlns:a16="http://schemas.microsoft.com/office/drawing/2014/main" id="{3C1D04F7-E12C-21D7-B254-609792F012E5}"/>
              </a:ext>
            </a:extLst>
          </p:cNvPr>
          <p:cNvSpPr>
            <a:spLocks noGrp="1"/>
          </p:cNvSpPr>
          <p:nvPr>
            <p:ph sz="quarter" idx="32"/>
          </p:nvPr>
        </p:nvSpPr>
        <p:spPr>
          <a:xfrm>
            <a:off x="4244341" y="1315719"/>
            <a:ext cx="37033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3">
            <a:extLst>
              <a:ext uri="{FF2B5EF4-FFF2-40B4-BE49-F238E27FC236}">
                <a16:creationId xmlns:a16="http://schemas.microsoft.com/office/drawing/2014/main" id="{B5CA3019-2069-A49F-147A-D012F9A9BA90}"/>
              </a:ext>
            </a:extLst>
          </p:cNvPr>
          <p:cNvSpPr>
            <a:spLocks noGrp="1"/>
          </p:cNvSpPr>
          <p:nvPr>
            <p:ph sz="quarter" idx="33"/>
          </p:nvPr>
        </p:nvSpPr>
        <p:spPr>
          <a:xfrm>
            <a:off x="8183882" y="1315719"/>
            <a:ext cx="37033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0705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Vertical 3 Sections Slide + Secondary Titl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6" name="Text Placeholder 5">
            <a:extLst>
              <a:ext uri="{FF2B5EF4-FFF2-40B4-BE49-F238E27FC236}">
                <a16:creationId xmlns:a16="http://schemas.microsoft.com/office/drawing/2014/main" id="{D487DFB7-7401-FAF9-4FC6-E89B1F5A0B5A}"/>
              </a:ext>
            </a:extLst>
          </p:cNvPr>
          <p:cNvSpPr>
            <a:spLocks noGrp="1"/>
          </p:cNvSpPr>
          <p:nvPr>
            <p:ph type="body" sz="quarter" idx="19"/>
          </p:nvPr>
        </p:nvSpPr>
        <p:spPr>
          <a:xfrm>
            <a:off x="304800" y="1367551"/>
            <a:ext cx="3703320" cy="414083"/>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1" name="Text Placeholder 5">
            <a:extLst>
              <a:ext uri="{FF2B5EF4-FFF2-40B4-BE49-F238E27FC236}">
                <a16:creationId xmlns:a16="http://schemas.microsoft.com/office/drawing/2014/main" id="{9DAFA641-611A-F390-A376-E120BB0C7C04}"/>
              </a:ext>
            </a:extLst>
          </p:cNvPr>
          <p:cNvSpPr>
            <a:spLocks noGrp="1"/>
          </p:cNvSpPr>
          <p:nvPr>
            <p:ph type="body" sz="quarter" idx="20"/>
          </p:nvPr>
        </p:nvSpPr>
        <p:spPr>
          <a:xfrm>
            <a:off x="4244341" y="1367551"/>
            <a:ext cx="3703320" cy="414083"/>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3" name="Text Placeholder 5">
            <a:extLst>
              <a:ext uri="{FF2B5EF4-FFF2-40B4-BE49-F238E27FC236}">
                <a16:creationId xmlns:a16="http://schemas.microsoft.com/office/drawing/2014/main" id="{23810402-261E-6F42-7B92-EE1B2286CF23}"/>
              </a:ext>
            </a:extLst>
          </p:cNvPr>
          <p:cNvSpPr>
            <a:spLocks noGrp="1"/>
          </p:cNvSpPr>
          <p:nvPr>
            <p:ph type="body" sz="quarter" idx="21"/>
          </p:nvPr>
        </p:nvSpPr>
        <p:spPr>
          <a:xfrm>
            <a:off x="8183882" y="1367551"/>
            <a:ext cx="3703320" cy="414083"/>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8" name="Text Placeholder 9">
            <a:extLst>
              <a:ext uri="{FF2B5EF4-FFF2-40B4-BE49-F238E27FC236}">
                <a16:creationId xmlns:a16="http://schemas.microsoft.com/office/drawing/2014/main" id="{FB597827-3D0F-621E-9035-C539565DD35D}"/>
              </a:ext>
            </a:extLst>
          </p:cNvPr>
          <p:cNvSpPr>
            <a:spLocks noGrp="1"/>
          </p:cNvSpPr>
          <p:nvPr>
            <p:ph type="body" sz="quarter" idx="13" hasCustomPrompt="1"/>
          </p:nvPr>
        </p:nvSpPr>
        <p:spPr>
          <a:xfrm>
            <a:off x="304800" y="6015526"/>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6" name="Text Placeholder 5">
            <a:extLst>
              <a:ext uri="{FF2B5EF4-FFF2-40B4-BE49-F238E27FC236}">
                <a16:creationId xmlns:a16="http://schemas.microsoft.com/office/drawing/2014/main" id="{7DBC87D0-704C-6933-427C-DDCA0E58CE03}"/>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9" name="Text Placeholder 8">
            <a:extLst>
              <a:ext uri="{FF2B5EF4-FFF2-40B4-BE49-F238E27FC236}">
                <a16:creationId xmlns:a16="http://schemas.microsoft.com/office/drawing/2014/main" id="{6D8A9E1F-28E8-46FB-279D-A36E149F6D47}"/>
              </a:ext>
            </a:extLst>
          </p:cNvPr>
          <p:cNvSpPr>
            <a:spLocks noGrp="1"/>
          </p:cNvSpPr>
          <p:nvPr>
            <p:ph type="body" sz="quarter" idx="22" hasCustomPrompt="1"/>
          </p:nvPr>
        </p:nvSpPr>
        <p:spPr>
          <a:xfrm>
            <a:off x="304800" y="852147"/>
            <a:ext cx="11582400" cy="307777"/>
          </a:xfrm>
          <a:prstGeom prst="rect">
            <a:avLst/>
          </a:prstGeom>
        </p:spPr>
        <p:txBody>
          <a:bodyPr wrap="square"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0" name="Straight Connector 19">
            <a:extLst>
              <a:ext uri="{FF2B5EF4-FFF2-40B4-BE49-F238E27FC236}">
                <a16:creationId xmlns:a16="http://schemas.microsoft.com/office/drawing/2014/main" id="{163D27F4-2354-C222-F843-EC413C6023C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9B1A72-C1E8-E788-7DF2-DC9912BBBFBD}"/>
              </a:ext>
            </a:extLst>
          </p:cNvPr>
          <p:cNvCxnSpPr>
            <a:cxnSpLocks/>
          </p:cNvCxnSpPr>
          <p:nvPr userDrawn="1"/>
        </p:nvCxnSpPr>
        <p:spPr>
          <a:xfrm>
            <a:off x="304800" y="1263737"/>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0860DF9-36F7-7E0A-96BB-E3F93F5C6A40}"/>
              </a:ext>
            </a:extLst>
          </p:cNvPr>
          <p:cNvCxnSpPr>
            <a:cxnSpLocks/>
          </p:cNvCxnSpPr>
          <p:nvPr userDrawn="1"/>
        </p:nvCxnSpPr>
        <p:spPr>
          <a:xfrm>
            <a:off x="4244341" y="1263738"/>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9974DC9-F056-44E0-A1B7-B1384C20EE2E}"/>
              </a:ext>
            </a:extLst>
          </p:cNvPr>
          <p:cNvCxnSpPr>
            <a:cxnSpLocks/>
          </p:cNvCxnSpPr>
          <p:nvPr userDrawn="1"/>
        </p:nvCxnSpPr>
        <p:spPr>
          <a:xfrm>
            <a:off x="8183882" y="1263738"/>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D21E4C4-E4E6-924A-1FC2-9EE3603EEA2E}"/>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0306B9FE-1CF6-408C-2B1D-8D111F8FDF35}"/>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7" name="Content Placeholder 6">
            <a:extLst>
              <a:ext uri="{FF2B5EF4-FFF2-40B4-BE49-F238E27FC236}">
                <a16:creationId xmlns:a16="http://schemas.microsoft.com/office/drawing/2014/main" id="{475CE4D9-1E0C-359F-605D-2CBF22ABCA4B}"/>
              </a:ext>
            </a:extLst>
          </p:cNvPr>
          <p:cNvSpPr>
            <a:spLocks noGrp="1"/>
          </p:cNvSpPr>
          <p:nvPr>
            <p:ph sz="quarter" idx="23"/>
          </p:nvPr>
        </p:nvSpPr>
        <p:spPr>
          <a:xfrm>
            <a:off x="304800" y="1831125"/>
            <a:ext cx="3703320" cy="3703320"/>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12" name="Content Placeholder 6">
            <a:extLst>
              <a:ext uri="{FF2B5EF4-FFF2-40B4-BE49-F238E27FC236}">
                <a16:creationId xmlns:a16="http://schemas.microsoft.com/office/drawing/2014/main" id="{0E2D7684-D805-F9B9-FE26-85ECC9353AEE}"/>
              </a:ext>
            </a:extLst>
          </p:cNvPr>
          <p:cNvSpPr>
            <a:spLocks noGrp="1"/>
          </p:cNvSpPr>
          <p:nvPr>
            <p:ph sz="quarter" idx="25"/>
          </p:nvPr>
        </p:nvSpPr>
        <p:spPr>
          <a:xfrm>
            <a:off x="4244341" y="1831125"/>
            <a:ext cx="3703320" cy="3703320"/>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14" name="Content Placeholder 6">
            <a:extLst>
              <a:ext uri="{FF2B5EF4-FFF2-40B4-BE49-F238E27FC236}">
                <a16:creationId xmlns:a16="http://schemas.microsoft.com/office/drawing/2014/main" id="{4DB7F2E7-10C7-0C59-DC1A-412013385F9A}"/>
              </a:ext>
            </a:extLst>
          </p:cNvPr>
          <p:cNvSpPr>
            <a:spLocks noGrp="1"/>
          </p:cNvSpPr>
          <p:nvPr>
            <p:ph sz="quarter" idx="26"/>
          </p:nvPr>
        </p:nvSpPr>
        <p:spPr>
          <a:xfrm>
            <a:off x="8183882" y="1831125"/>
            <a:ext cx="3703320" cy="3703320"/>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 </a:t>
            </a:r>
          </a:p>
        </p:txBody>
      </p:sp>
    </p:spTree>
    <p:extLst>
      <p:ext uri="{BB962C8B-B14F-4D97-AF65-F5344CB8AC3E}">
        <p14:creationId xmlns:p14="http://schemas.microsoft.com/office/powerpoint/2010/main" val="312306257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 Quadrants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9" name="Text Placeholder 5">
            <a:extLst>
              <a:ext uri="{FF2B5EF4-FFF2-40B4-BE49-F238E27FC236}">
                <a16:creationId xmlns:a16="http://schemas.microsoft.com/office/drawing/2014/main" id="{50F4E9A4-01C5-4704-FA7B-0CB1E1E18C30}"/>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20" name="Straight Connector 19">
            <a:extLst>
              <a:ext uri="{FF2B5EF4-FFF2-40B4-BE49-F238E27FC236}">
                <a16:creationId xmlns:a16="http://schemas.microsoft.com/office/drawing/2014/main" id="{67EB5B35-73EA-84D9-AC52-BC41E2CB6296}"/>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8050CED1-0C1A-2F71-44E2-87B8F8F2935F}"/>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1666B86-EA71-9F15-1667-CB1BC3F71D42}"/>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6" name="Text Placeholder 9">
            <a:extLst>
              <a:ext uri="{FF2B5EF4-FFF2-40B4-BE49-F238E27FC236}">
                <a16:creationId xmlns:a16="http://schemas.microsoft.com/office/drawing/2014/main" id="{17970650-F0E2-A529-DABB-5F907D0DA732}"/>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7" name="Straight Arrow Connector 6">
            <a:extLst>
              <a:ext uri="{FF2B5EF4-FFF2-40B4-BE49-F238E27FC236}">
                <a16:creationId xmlns:a16="http://schemas.microsoft.com/office/drawing/2014/main" id="{93FFD1B2-B219-9722-1264-49580496E88B}"/>
              </a:ext>
            </a:extLst>
          </p:cNvPr>
          <p:cNvCxnSpPr>
            <a:cxnSpLocks/>
          </p:cNvCxnSpPr>
          <p:nvPr userDrawn="1"/>
        </p:nvCxnSpPr>
        <p:spPr>
          <a:xfrm>
            <a:off x="304800"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D7F4370-4DA9-C570-68CF-B7B4AC8932C0}"/>
              </a:ext>
            </a:extLst>
          </p:cNvPr>
          <p:cNvCxnSpPr>
            <a:cxnSpLocks/>
          </p:cNvCxnSpPr>
          <p:nvPr userDrawn="1"/>
        </p:nvCxnSpPr>
        <p:spPr>
          <a:xfrm>
            <a:off x="6208776"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2" name="Text Placeholder 5">
            <a:extLst>
              <a:ext uri="{FF2B5EF4-FFF2-40B4-BE49-F238E27FC236}">
                <a16:creationId xmlns:a16="http://schemas.microsoft.com/office/drawing/2014/main" id="{07D9F49D-FD8F-4A6D-AA78-4C3592E55DE3}"/>
              </a:ext>
            </a:extLst>
          </p:cNvPr>
          <p:cNvSpPr>
            <a:spLocks noGrp="1"/>
          </p:cNvSpPr>
          <p:nvPr>
            <p:ph type="body" sz="quarter" idx="17"/>
          </p:nvPr>
        </p:nvSpPr>
        <p:spPr>
          <a:xfrm>
            <a:off x="304800" y="852146"/>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endParaRPr lang="en-US" dirty="0"/>
          </a:p>
        </p:txBody>
      </p:sp>
      <p:sp>
        <p:nvSpPr>
          <p:cNvPr id="13" name="Text Placeholder 5">
            <a:extLst>
              <a:ext uri="{FF2B5EF4-FFF2-40B4-BE49-F238E27FC236}">
                <a16:creationId xmlns:a16="http://schemas.microsoft.com/office/drawing/2014/main" id="{DAF9E455-E3AF-A65F-1305-F879B4CD7631}"/>
              </a:ext>
            </a:extLst>
          </p:cNvPr>
          <p:cNvSpPr>
            <a:spLocks noGrp="1"/>
          </p:cNvSpPr>
          <p:nvPr>
            <p:ph type="body" sz="quarter" idx="18"/>
          </p:nvPr>
        </p:nvSpPr>
        <p:spPr>
          <a:xfrm>
            <a:off x="6208776" y="852146"/>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endParaRPr lang="en-US" dirty="0"/>
          </a:p>
        </p:txBody>
      </p:sp>
      <p:sp>
        <p:nvSpPr>
          <p:cNvPr id="14" name="Text Placeholder 5">
            <a:extLst>
              <a:ext uri="{FF2B5EF4-FFF2-40B4-BE49-F238E27FC236}">
                <a16:creationId xmlns:a16="http://schemas.microsoft.com/office/drawing/2014/main" id="{C8623289-80F0-9724-75F0-04DA5AC201CF}"/>
              </a:ext>
            </a:extLst>
          </p:cNvPr>
          <p:cNvSpPr>
            <a:spLocks noGrp="1"/>
          </p:cNvSpPr>
          <p:nvPr>
            <p:ph type="body" sz="quarter" idx="19"/>
          </p:nvPr>
        </p:nvSpPr>
        <p:spPr>
          <a:xfrm>
            <a:off x="304800" y="3382457"/>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endParaRPr lang="en-US" dirty="0"/>
          </a:p>
        </p:txBody>
      </p:sp>
      <p:sp>
        <p:nvSpPr>
          <p:cNvPr id="15" name="Text Placeholder 5">
            <a:extLst>
              <a:ext uri="{FF2B5EF4-FFF2-40B4-BE49-F238E27FC236}">
                <a16:creationId xmlns:a16="http://schemas.microsoft.com/office/drawing/2014/main" id="{1D855EC7-5C94-949D-D29B-DEA95B9B75C7}"/>
              </a:ext>
            </a:extLst>
          </p:cNvPr>
          <p:cNvSpPr>
            <a:spLocks noGrp="1"/>
          </p:cNvSpPr>
          <p:nvPr>
            <p:ph type="body" sz="quarter" idx="20"/>
          </p:nvPr>
        </p:nvSpPr>
        <p:spPr>
          <a:xfrm>
            <a:off x="6208776" y="3382457"/>
            <a:ext cx="5678424" cy="411480"/>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endParaRPr lang="en-US" dirty="0"/>
          </a:p>
        </p:txBody>
      </p:sp>
      <p:sp>
        <p:nvSpPr>
          <p:cNvPr id="21" name="Text Placeholder 14">
            <a:extLst>
              <a:ext uri="{FF2B5EF4-FFF2-40B4-BE49-F238E27FC236}">
                <a16:creationId xmlns:a16="http://schemas.microsoft.com/office/drawing/2014/main" id="{FDA06B43-1077-25AD-38A4-27880B9D3DAA}"/>
              </a:ext>
            </a:extLst>
          </p:cNvPr>
          <p:cNvSpPr>
            <a:spLocks noGrp="1"/>
          </p:cNvSpPr>
          <p:nvPr>
            <p:ph type="body" sz="quarter" idx="25" hasCustomPrompt="1"/>
          </p:nvPr>
        </p:nvSpPr>
        <p:spPr>
          <a:xfrm>
            <a:off x="304800" y="1315719"/>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4">
            <a:extLst>
              <a:ext uri="{FF2B5EF4-FFF2-40B4-BE49-F238E27FC236}">
                <a16:creationId xmlns:a16="http://schemas.microsoft.com/office/drawing/2014/main" id="{49044449-4F71-0EE3-5BA3-F162A7F36247}"/>
              </a:ext>
            </a:extLst>
          </p:cNvPr>
          <p:cNvSpPr>
            <a:spLocks noGrp="1"/>
          </p:cNvSpPr>
          <p:nvPr>
            <p:ph type="body" sz="quarter" idx="26" hasCustomPrompt="1"/>
          </p:nvPr>
        </p:nvSpPr>
        <p:spPr>
          <a:xfrm>
            <a:off x="6208776" y="1315719"/>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4">
            <a:extLst>
              <a:ext uri="{FF2B5EF4-FFF2-40B4-BE49-F238E27FC236}">
                <a16:creationId xmlns:a16="http://schemas.microsoft.com/office/drawing/2014/main" id="{47B8881A-A96B-DFDD-B238-1E881BA5CEED}"/>
              </a:ext>
            </a:extLst>
          </p:cNvPr>
          <p:cNvSpPr>
            <a:spLocks noGrp="1"/>
          </p:cNvSpPr>
          <p:nvPr>
            <p:ph type="body" sz="quarter" idx="27" hasCustomPrompt="1"/>
          </p:nvPr>
        </p:nvSpPr>
        <p:spPr>
          <a:xfrm>
            <a:off x="6208776" y="3848474"/>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4">
            <a:extLst>
              <a:ext uri="{FF2B5EF4-FFF2-40B4-BE49-F238E27FC236}">
                <a16:creationId xmlns:a16="http://schemas.microsoft.com/office/drawing/2014/main" id="{A25D7C2F-1D7B-C511-EA2F-919A360B51C6}"/>
              </a:ext>
            </a:extLst>
          </p:cNvPr>
          <p:cNvSpPr>
            <a:spLocks noGrp="1"/>
          </p:cNvSpPr>
          <p:nvPr>
            <p:ph type="body" sz="quarter" idx="28" hasCustomPrompt="1"/>
          </p:nvPr>
        </p:nvSpPr>
        <p:spPr>
          <a:xfrm>
            <a:off x="304800" y="3848474"/>
            <a:ext cx="5678424" cy="1698809"/>
          </a:xfrm>
        </p:spPr>
        <p:txBody>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825096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aphs] 4 Quadrants">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22" name="Text Placeholder 5">
            <a:extLst>
              <a:ext uri="{FF2B5EF4-FFF2-40B4-BE49-F238E27FC236}">
                <a16:creationId xmlns:a16="http://schemas.microsoft.com/office/drawing/2014/main" id="{29FC4F77-CAD4-7179-E45A-7882B3804470}"/>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2" name="Straight Connector 1">
            <a:extLst>
              <a:ext uri="{FF2B5EF4-FFF2-40B4-BE49-F238E27FC236}">
                <a16:creationId xmlns:a16="http://schemas.microsoft.com/office/drawing/2014/main" id="{E7238D87-DBAE-8710-D23C-54287C6E0823}"/>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8273401-C0E0-BE11-CBA6-70F0D10D7BF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538D90DE-D4F8-4E1C-9598-1C0E8E2C4E69}"/>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7" name="Text Placeholder 9">
            <a:extLst>
              <a:ext uri="{FF2B5EF4-FFF2-40B4-BE49-F238E27FC236}">
                <a16:creationId xmlns:a16="http://schemas.microsoft.com/office/drawing/2014/main" id="{D0D6E7CB-6A4B-BCC8-991D-792ED6BC9899}"/>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12" name="Straight Arrow Connector 11">
            <a:extLst>
              <a:ext uri="{FF2B5EF4-FFF2-40B4-BE49-F238E27FC236}">
                <a16:creationId xmlns:a16="http://schemas.microsoft.com/office/drawing/2014/main" id="{CF9F1FAD-A2E6-17AB-A5B3-9877051C78FB}"/>
              </a:ext>
            </a:extLst>
          </p:cNvPr>
          <p:cNvCxnSpPr>
            <a:cxnSpLocks/>
          </p:cNvCxnSpPr>
          <p:nvPr userDrawn="1"/>
        </p:nvCxnSpPr>
        <p:spPr>
          <a:xfrm>
            <a:off x="304800"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8961748-2238-554C-303C-1949D3167F4F}"/>
              </a:ext>
            </a:extLst>
          </p:cNvPr>
          <p:cNvCxnSpPr>
            <a:cxnSpLocks/>
          </p:cNvCxnSpPr>
          <p:nvPr userDrawn="1"/>
        </p:nvCxnSpPr>
        <p:spPr>
          <a:xfrm>
            <a:off x="6208776"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99782CA5-78E3-04D3-D9D4-F9204D05118A}"/>
              </a:ext>
            </a:extLst>
          </p:cNvPr>
          <p:cNvSpPr>
            <a:spLocks noGrp="1"/>
          </p:cNvSpPr>
          <p:nvPr>
            <p:ph type="body" sz="quarter" idx="25"/>
          </p:nvPr>
        </p:nvSpPr>
        <p:spPr>
          <a:xfrm>
            <a:off x="304800" y="852146"/>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5" name="Text Placeholder 5">
            <a:extLst>
              <a:ext uri="{FF2B5EF4-FFF2-40B4-BE49-F238E27FC236}">
                <a16:creationId xmlns:a16="http://schemas.microsoft.com/office/drawing/2014/main" id="{781BB7BF-ABF9-5D56-FC59-624DC8B4E94B}"/>
              </a:ext>
            </a:extLst>
          </p:cNvPr>
          <p:cNvSpPr>
            <a:spLocks noGrp="1"/>
          </p:cNvSpPr>
          <p:nvPr>
            <p:ph type="body" sz="quarter" idx="26"/>
          </p:nvPr>
        </p:nvSpPr>
        <p:spPr>
          <a:xfrm>
            <a:off x="6208776" y="852146"/>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3" name="Text Placeholder 5">
            <a:extLst>
              <a:ext uri="{FF2B5EF4-FFF2-40B4-BE49-F238E27FC236}">
                <a16:creationId xmlns:a16="http://schemas.microsoft.com/office/drawing/2014/main" id="{FF13F4FC-2210-47C8-0E1F-E39115B2B2BE}"/>
              </a:ext>
            </a:extLst>
          </p:cNvPr>
          <p:cNvSpPr>
            <a:spLocks noGrp="1"/>
          </p:cNvSpPr>
          <p:nvPr>
            <p:ph type="body" sz="quarter" idx="27"/>
          </p:nvPr>
        </p:nvSpPr>
        <p:spPr>
          <a:xfrm>
            <a:off x="304800" y="3382457"/>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4" name="Text Placeholder 5">
            <a:extLst>
              <a:ext uri="{FF2B5EF4-FFF2-40B4-BE49-F238E27FC236}">
                <a16:creationId xmlns:a16="http://schemas.microsoft.com/office/drawing/2014/main" id="{F9E0CD6B-EB42-055A-84AD-DC5314D3061F}"/>
              </a:ext>
            </a:extLst>
          </p:cNvPr>
          <p:cNvSpPr>
            <a:spLocks noGrp="1"/>
          </p:cNvSpPr>
          <p:nvPr>
            <p:ph type="body" sz="quarter" idx="28"/>
          </p:nvPr>
        </p:nvSpPr>
        <p:spPr>
          <a:xfrm>
            <a:off x="6208776" y="3382457"/>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5" name="Chart Placeholder 8">
            <a:extLst>
              <a:ext uri="{FF2B5EF4-FFF2-40B4-BE49-F238E27FC236}">
                <a16:creationId xmlns:a16="http://schemas.microsoft.com/office/drawing/2014/main" id="{06E2368C-1AB5-6B9D-0545-58B2B7516354}"/>
              </a:ext>
            </a:extLst>
          </p:cNvPr>
          <p:cNvSpPr>
            <a:spLocks noGrp="1"/>
          </p:cNvSpPr>
          <p:nvPr>
            <p:ph type="chart" sz="quarter" idx="29"/>
          </p:nvPr>
        </p:nvSpPr>
        <p:spPr>
          <a:xfrm>
            <a:off x="304800" y="1315719"/>
            <a:ext cx="5678424" cy="1698810"/>
          </a:xfrm>
          <a:prstGeom prst="rect">
            <a:avLst/>
          </a:prstGeom>
        </p:spPr>
        <p:txBody>
          <a:bodyPr/>
          <a:lstStyle/>
          <a:p>
            <a:endParaRPr lang="en-BR"/>
          </a:p>
        </p:txBody>
      </p:sp>
      <p:sp>
        <p:nvSpPr>
          <p:cNvPr id="26" name="Chart Placeholder 8">
            <a:extLst>
              <a:ext uri="{FF2B5EF4-FFF2-40B4-BE49-F238E27FC236}">
                <a16:creationId xmlns:a16="http://schemas.microsoft.com/office/drawing/2014/main" id="{F374ACEF-0775-8C4F-5E87-DCFBB7BAD11C}"/>
              </a:ext>
            </a:extLst>
          </p:cNvPr>
          <p:cNvSpPr>
            <a:spLocks noGrp="1"/>
          </p:cNvSpPr>
          <p:nvPr>
            <p:ph type="chart" sz="quarter" idx="30"/>
          </p:nvPr>
        </p:nvSpPr>
        <p:spPr>
          <a:xfrm>
            <a:off x="6208776" y="1315719"/>
            <a:ext cx="5678424" cy="1698810"/>
          </a:xfrm>
          <a:prstGeom prst="rect">
            <a:avLst/>
          </a:prstGeom>
        </p:spPr>
        <p:txBody>
          <a:bodyPr/>
          <a:lstStyle/>
          <a:p>
            <a:endParaRPr lang="en-BR"/>
          </a:p>
        </p:txBody>
      </p:sp>
      <p:sp>
        <p:nvSpPr>
          <p:cNvPr id="27" name="Chart Placeholder 8">
            <a:extLst>
              <a:ext uri="{FF2B5EF4-FFF2-40B4-BE49-F238E27FC236}">
                <a16:creationId xmlns:a16="http://schemas.microsoft.com/office/drawing/2014/main" id="{72EE6910-1076-10C1-DCDC-35E945957241}"/>
              </a:ext>
            </a:extLst>
          </p:cNvPr>
          <p:cNvSpPr>
            <a:spLocks noGrp="1"/>
          </p:cNvSpPr>
          <p:nvPr>
            <p:ph type="chart" sz="quarter" idx="31"/>
          </p:nvPr>
        </p:nvSpPr>
        <p:spPr>
          <a:xfrm>
            <a:off x="304800" y="3848474"/>
            <a:ext cx="5678424" cy="1698810"/>
          </a:xfrm>
          <a:prstGeom prst="rect">
            <a:avLst/>
          </a:prstGeom>
        </p:spPr>
        <p:txBody>
          <a:bodyPr/>
          <a:lstStyle/>
          <a:p>
            <a:endParaRPr lang="en-BR"/>
          </a:p>
        </p:txBody>
      </p:sp>
      <p:sp>
        <p:nvSpPr>
          <p:cNvPr id="28" name="Chart Placeholder 8">
            <a:extLst>
              <a:ext uri="{FF2B5EF4-FFF2-40B4-BE49-F238E27FC236}">
                <a16:creationId xmlns:a16="http://schemas.microsoft.com/office/drawing/2014/main" id="{9F4876C9-EB8B-2D4C-729D-542F27EF3A78}"/>
              </a:ext>
            </a:extLst>
          </p:cNvPr>
          <p:cNvSpPr>
            <a:spLocks noGrp="1"/>
          </p:cNvSpPr>
          <p:nvPr>
            <p:ph type="chart" sz="quarter" idx="32"/>
          </p:nvPr>
        </p:nvSpPr>
        <p:spPr>
          <a:xfrm>
            <a:off x="6208776" y="3848474"/>
            <a:ext cx="5678424" cy="1698810"/>
          </a:xfrm>
          <a:prstGeom prst="rect">
            <a:avLst/>
          </a:prstGeom>
        </p:spPr>
        <p:txBody>
          <a:bodyPr/>
          <a:lstStyle/>
          <a:p>
            <a:endParaRPr lang="en-BR"/>
          </a:p>
        </p:txBody>
      </p:sp>
    </p:spTree>
    <p:extLst>
      <p:ext uri="{BB962C8B-B14F-4D97-AF65-F5344CB8AC3E}">
        <p14:creationId xmlns:p14="http://schemas.microsoft.com/office/powerpoint/2010/main" val="9764646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aphs] Secondary Title Slide + 4 Quadrants">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20" name="Text Placeholder 5">
            <a:extLst>
              <a:ext uri="{FF2B5EF4-FFF2-40B4-BE49-F238E27FC236}">
                <a16:creationId xmlns:a16="http://schemas.microsoft.com/office/drawing/2014/main" id="{D0866B99-6FAC-CC14-5F1C-6F638F1C0B0E}"/>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28" name="Text Placeholder 8">
            <a:extLst>
              <a:ext uri="{FF2B5EF4-FFF2-40B4-BE49-F238E27FC236}">
                <a16:creationId xmlns:a16="http://schemas.microsoft.com/office/drawing/2014/main" id="{10988874-A769-7D8E-BAAA-FA8D6473533E}"/>
              </a:ext>
            </a:extLst>
          </p:cNvPr>
          <p:cNvSpPr>
            <a:spLocks noGrp="1"/>
          </p:cNvSpPr>
          <p:nvPr>
            <p:ph type="body" sz="quarter" idx="16" hasCustomPrompt="1"/>
          </p:nvPr>
        </p:nvSpPr>
        <p:spPr>
          <a:xfrm>
            <a:off x="304800" y="852146"/>
            <a:ext cx="11588750" cy="307777"/>
          </a:xfrm>
          <a:prstGeom prst="rect">
            <a:avLst/>
          </a:prstGeom>
        </p:spPr>
        <p:txBody>
          <a:bodyPr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9" name="Straight Connector 28">
            <a:extLst>
              <a:ext uri="{FF2B5EF4-FFF2-40B4-BE49-F238E27FC236}">
                <a16:creationId xmlns:a16="http://schemas.microsoft.com/office/drawing/2014/main" id="{873AF454-2FE6-86CD-B8E4-8B571453823A}"/>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15C38676-08C0-650F-960C-01CB18F24DB9}"/>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575FC233-3C57-DE32-A53F-77AEB7D83B64}"/>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6" name="Text Placeholder 9">
            <a:extLst>
              <a:ext uri="{FF2B5EF4-FFF2-40B4-BE49-F238E27FC236}">
                <a16:creationId xmlns:a16="http://schemas.microsoft.com/office/drawing/2014/main" id="{B68EEF21-2B10-3F18-3A3A-FE925603C7D5}"/>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7" name="Straight Arrow Connector 6">
            <a:extLst>
              <a:ext uri="{FF2B5EF4-FFF2-40B4-BE49-F238E27FC236}">
                <a16:creationId xmlns:a16="http://schemas.microsoft.com/office/drawing/2014/main" id="{78EF3F14-B429-ADEB-301A-3B5197BE7BBA}"/>
              </a:ext>
            </a:extLst>
          </p:cNvPr>
          <p:cNvCxnSpPr>
            <a:cxnSpLocks/>
          </p:cNvCxnSpPr>
          <p:nvPr userDrawn="1"/>
        </p:nvCxnSpPr>
        <p:spPr>
          <a:xfrm>
            <a:off x="304800"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6E4DE9-99BB-805D-A5CA-1714D2ADF6CF}"/>
              </a:ext>
            </a:extLst>
          </p:cNvPr>
          <p:cNvCxnSpPr>
            <a:cxnSpLocks/>
          </p:cNvCxnSpPr>
          <p:nvPr userDrawn="1"/>
        </p:nvCxnSpPr>
        <p:spPr>
          <a:xfrm>
            <a:off x="6208776"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3" name="Text Placeholder 5">
            <a:extLst>
              <a:ext uri="{FF2B5EF4-FFF2-40B4-BE49-F238E27FC236}">
                <a16:creationId xmlns:a16="http://schemas.microsoft.com/office/drawing/2014/main" id="{928003AA-971C-1BA6-0662-7518B452D6B8}"/>
              </a:ext>
            </a:extLst>
          </p:cNvPr>
          <p:cNvSpPr>
            <a:spLocks noGrp="1"/>
          </p:cNvSpPr>
          <p:nvPr>
            <p:ph type="body" sz="quarter" idx="17"/>
          </p:nvPr>
        </p:nvSpPr>
        <p:spPr>
          <a:xfrm>
            <a:off x="304800" y="1360082"/>
            <a:ext cx="5678424" cy="411480"/>
          </a:xfrm>
          <a:prstGeom prst="rect">
            <a:avLst/>
          </a:prstGeom>
        </p:spPr>
        <p:txBody>
          <a:bodyPr lIns="0" tIns="0" rIns="0" bIns="0">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endParaRPr lang="en-US" dirty="0"/>
          </a:p>
        </p:txBody>
      </p:sp>
      <p:sp>
        <p:nvSpPr>
          <p:cNvPr id="14" name="Text Placeholder 5">
            <a:extLst>
              <a:ext uri="{FF2B5EF4-FFF2-40B4-BE49-F238E27FC236}">
                <a16:creationId xmlns:a16="http://schemas.microsoft.com/office/drawing/2014/main" id="{D600F789-D200-B6E4-4BE7-6F50B4AEF7A7}"/>
              </a:ext>
            </a:extLst>
          </p:cNvPr>
          <p:cNvSpPr>
            <a:spLocks noGrp="1"/>
          </p:cNvSpPr>
          <p:nvPr>
            <p:ph type="body" sz="quarter" idx="18"/>
          </p:nvPr>
        </p:nvSpPr>
        <p:spPr>
          <a:xfrm>
            <a:off x="6208776" y="1360082"/>
            <a:ext cx="5678424" cy="411480"/>
          </a:xfrm>
          <a:prstGeom prst="rect">
            <a:avLst/>
          </a:prstGeom>
        </p:spPr>
        <p:txBody>
          <a:bodyPr lIns="0" tIns="0" rIns="0" bIns="0">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endParaRPr lang="en-US" dirty="0"/>
          </a:p>
        </p:txBody>
      </p:sp>
      <p:sp>
        <p:nvSpPr>
          <p:cNvPr id="15" name="Text Placeholder 5">
            <a:extLst>
              <a:ext uri="{FF2B5EF4-FFF2-40B4-BE49-F238E27FC236}">
                <a16:creationId xmlns:a16="http://schemas.microsoft.com/office/drawing/2014/main" id="{E683FD81-A9E4-E9F6-6860-C7E6DF180F2E}"/>
              </a:ext>
            </a:extLst>
          </p:cNvPr>
          <p:cNvSpPr>
            <a:spLocks noGrp="1"/>
          </p:cNvSpPr>
          <p:nvPr>
            <p:ph type="body" sz="quarter" idx="19"/>
          </p:nvPr>
        </p:nvSpPr>
        <p:spPr>
          <a:xfrm>
            <a:off x="304800" y="3495173"/>
            <a:ext cx="5678424" cy="411480"/>
          </a:xfrm>
          <a:prstGeom prst="rect">
            <a:avLst/>
          </a:prstGeom>
        </p:spPr>
        <p:txBody>
          <a:bodyPr lIns="0" tIns="0" rIns="0" bIns="0">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endParaRPr lang="en-US" dirty="0"/>
          </a:p>
        </p:txBody>
      </p:sp>
      <p:sp>
        <p:nvSpPr>
          <p:cNvPr id="21" name="Text Placeholder 5">
            <a:extLst>
              <a:ext uri="{FF2B5EF4-FFF2-40B4-BE49-F238E27FC236}">
                <a16:creationId xmlns:a16="http://schemas.microsoft.com/office/drawing/2014/main" id="{67FC5166-2C8C-CE9A-1F4C-970D6EBD6DB1}"/>
              </a:ext>
            </a:extLst>
          </p:cNvPr>
          <p:cNvSpPr>
            <a:spLocks noGrp="1"/>
          </p:cNvSpPr>
          <p:nvPr>
            <p:ph type="body" sz="quarter" idx="20"/>
          </p:nvPr>
        </p:nvSpPr>
        <p:spPr>
          <a:xfrm>
            <a:off x="6208776" y="3495173"/>
            <a:ext cx="5678424" cy="411480"/>
          </a:xfrm>
          <a:prstGeom prst="rect">
            <a:avLst/>
          </a:prstGeom>
        </p:spPr>
        <p:txBody>
          <a:bodyPr lIns="0" tIns="0" rIns="0" bIns="0">
            <a:spAutoFit/>
          </a:bodyPr>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endParaRPr lang="en-US" dirty="0"/>
          </a:p>
        </p:txBody>
      </p:sp>
      <p:cxnSp>
        <p:nvCxnSpPr>
          <p:cNvPr id="22" name="Straight Arrow Connector 21">
            <a:extLst>
              <a:ext uri="{FF2B5EF4-FFF2-40B4-BE49-F238E27FC236}">
                <a16:creationId xmlns:a16="http://schemas.microsoft.com/office/drawing/2014/main" id="{F8DBFC53-01DC-80AE-8249-2CA69676F000}"/>
              </a:ext>
            </a:extLst>
          </p:cNvPr>
          <p:cNvCxnSpPr>
            <a:cxnSpLocks/>
          </p:cNvCxnSpPr>
          <p:nvPr userDrawn="1"/>
        </p:nvCxnSpPr>
        <p:spPr>
          <a:xfrm>
            <a:off x="304800" y="1771251"/>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EFC3F74-4993-CFF2-BAA5-299B8BFCE976}"/>
              </a:ext>
            </a:extLst>
          </p:cNvPr>
          <p:cNvCxnSpPr>
            <a:cxnSpLocks/>
          </p:cNvCxnSpPr>
          <p:nvPr userDrawn="1"/>
        </p:nvCxnSpPr>
        <p:spPr>
          <a:xfrm>
            <a:off x="6208776" y="1771251"/>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30" name="Chart Placeholder 8">
            <a:extLst>
              <a:ext uri="{FF2B5EF4-FFF2-40B4-BE49-F238E27FC236}">
                <a16:creationId xmlns:a16="http://schemas.microsoft.com/office/drawing/2014/main" id="{C19D9F4C-3DC3-6DE4-891A-8CA4EF2F95B8}"/>
              </a:ext>
            </a:extLst>
          </p:cNvPr>
          <p:cNvSpPr>
            <a:spLocks noGrp="1"/>
          </p:cNvSpPr>
          <p:nvPr>
            <p:ph type="chart" sz="quarter" idx="24"/>
          </p:nvPr>
        </p:nvSpPr>
        <p:spPr>
          <a:xfrm>
            <a:off x="304800" y="3961190"/>
            <a:ext cx="5678424" cy="1581912"/>
          </a:xfrm>
          <a:prstGeom prst="rect">
            <a:avLst/>
          </a:prstGeom>
        </p:spPr>
        <p:txBody>
          <a:bodyPr/>
          <a:lstStyle/>
          <a:p>
            <a:endParaRPr lang="en-BR"/>
          </a:p>
        </p:txBody>
      </p:sp>
      <p:sp>
        <p:nvSpPr>
          <p:cNvPr id="31" name="Chart Placeholder 8">
            <a:extLst>
              <a:ext uri="{FF2B5EF4-FFF2-40B4-BE49-F238E27FC236}">
                <a16:creationId xmlns:a16="http://schemas.microsoft.com/office/drawing/2014/main" id="{5DCA9FBA-6779-1D11-0D15-831CAF98EEFB}"/>
              </a:ext>
            </a:extLst>
          </p:cNvPr>
          <p:cNvSpPr>
            <a:spLocks noGrp="1"/>
          </p:cNvSpPr>
          <p:nvPr>
            <p:ph type="chart" sz="quarter" idx="25"/>
          </p:nvPr>
        </p:nvSpPr>
        <p:spPr>
          <a:xfrm>
            <a:off x="6208776" y="3961190"/>
            <a:ext cx="5678424" cy="1581912"/>
          </a:xfrm>
          <a:prstGeom prst="rect">
            <a:avLst/>
          </a:prstGeom>
        </p:spPr>
        <p:txBody>
          <a:bodyPr/>
          <a:lstStyle/>
          <a:p>
            <a:endParaRPr lang="en-BR"/>
          </a:p>
        </p:txBody>
      </p:sp>
      <p:sp>
        <p:nvSpPr>
          <p:cNvPr id="32" name="Chart Placeholder 8">
            <a:extLst>
              <a:ext uri="{FF2B5EF4-FFF2-40B4-BE49-F238E27FC236}">
                <a16:creationId xmlns:a16="http://schemas.microsoft.com/office/drawing/2014/main" id="{E4E22207-2698-225F-41FD-9A645224620E}"/>
              </a:ext>
            </a:extLst>
          </p:cNvPr>
          <p:cNvSpPr>
            <a:spLocks noGrp="1"/>
          </p:cNvSpPr>
          <p:nvPr>
            <p:ph type="chart" sz="quarter" idx="26"/>
          </p:nvPr>
        </p:nvSpPr>
        <p:spPr>
          <a:xfrm>
            <a:off x="304800" y="1823655"/>
            <a:ext cx="5678424" cy="1581912"/>
          </a:xfrm>
          <a:prstGeom prst="rect">
            <a:avLst/>
          </a:prstGeom>
        </p:spPr>
        <p:txBody>
          <a:bodyPr/>
          <a:lstStyle/>
          <a:p>
            <a:endParaRPr lang="en-BR"/>
          </a:p>
        </p:txBody>
      </p:sp>
      <p:sp>
        <p:nvSpPr>
          <p:cNvPr id="33" name="Chart Placeholder 8">
            <a:extLst>
              <a:ext uri="{FF2B5EF4-FFF2-40B4-BE49-F238E27FC236}">
                <a16:creationId xmlns:a16="http://schemas.microsoft.com/office/drawing/2014/main" id="{B988D300-65B8-F85A-150D-5F1ED4C2E65D}"/>
              </a:ext>
            </a:extLst>
          </p:cNvPr>
          <p:cNvSpPr>
            <a:spLocks noGrp="1"/>
          </p:cNvSpPr>
          <p:nvPr>
            <p:ph type="chart" sz="quarter" idx="27"/>
          </p:nvPr>
        </p:nvSpPr>
        <p:spPr>
          <a:xfrm>
            <a:off x="6208776" y="1823655"/>
            <a:ext cx="5678424" cy="1581912"/>
          </a:xfrm>
          <a:prstGeom prst="rect">
            <a:avLst/>
          </a:prstGeom>
        </p:spPr>
        <p:txBody>
          <a:bodyPr/>
          <a:lstStyle/>
          <a:p>
            <a:endParaRPr lang="en-BR"/>
          </a:p>
        </p:txBody>
      </p:sp>
    </p:spTree>
    <p:extLst>
      <p:ext uri="{BB962C8B-B14F-4D97-AF65-F5344CB8AC3E}">
        <p14:creationId xmlns:p14="http://schemas.microsoft.com/office/powerpoint/2010/main" val="14286558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aph] Title Slide + 4 Quadrants">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8" name="Text Placeholder 5">
            <a:extLst>
              <a:ext uri="{FF2B5EF4-FFF2-40B4-BE49-F238E27FC236}">
                <a16:creationId xmlns:a16="http://schemas.microsoft.com/office/drawing/2014/main" id="{9427B6D8-6544-5ED2-D47B-5D3D59319F08}"/>
              </a:ext>
            </a:extLst>
          </p:cNvPr>
          <p:cNvSpPr>
            <a:spLocks noGrp="1"/>
          </p:cNvSpPr>
          <p:nvPr>
            <p:ph type="body" sz="quarter" idx="12" hasCustomPrompt="1"/>
          </p:nvPr>
        </p:nvSpPr>
        <p:spPr>
          <a:xfrm>
            <a:off x="306887" y="305089"/>
            <a:ext cx="7623663" cy="329626"/>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24" name="Straight Connector 23">
            <a:extLst>
              <a:ext uri="{FF2B5EF4-FFF2-40B4-BE49-F238E27FC236}">
                <a16:creationId xmlns:a16="http://schemas.microsoft.com/office/drawing/2014/main" id="{16ABAE25-6C8B-70E8-A9AB-348DD81C135B}"/>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83489FDA-1F5E-4CD5-0299-1389D393AAF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7" name="Text Placeholder 9">
            <a:extLst>
              <a:ext uri="{FF2B5EF4-FFF2-40B4-BE49-F238E27FC236}">
                <a16:creationId xmlns:a16="http://schemas.microsoft.com/office/drawing/2014/main" id="{2BC6A3BA-49A3-094E-544B-A37B947CDCB9}"/>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12" name="Straight Arrow Connector 11">
            <a:extLst>
              <a:ext uri="{FF2B5EF4-FFF2-40B4-BE49-F238E27FC236}">
                <a16:creationId xmlns:a16="http://schemas.microsoft.com/office/drawing/2014/main" id="{E0CC594B-4B8D-70B6-DAED-D21D7B3D343F}"/>
              </a:ext>
            </a:extLst>
          </p:cNvPr>
          <p:cNvCxnSpPr>
            <a:cxnSpLocks/>
          </p:cNvCxnSpPr>
          <p:nvPr userDrawn="1"/>
        </p:nvCxnSpPr>
        <p:spPr>
          <a:xfrm>
            <a:off x="304800"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D9399D7-A22B-C94C-979E-89E3EEF848B2}"/>
              </a:ext>
            </a:extLst>
          </p:cNvPr>
          <p:cNvCxnSpPr>
            <a:cxnSpLocks/>
          </p:cNvCxnSpPr>
          <p:nvPr userDrawn="1"/>
        </p:nvCxnSpPr>
        <p:spPr>
          <a:xfrm>
            <a:off x="6208776" y="3198493"/>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B783D171-3B5D-5D6B-5CDB-9907C8A20FD0}"/>
              </a:ext>
            </a:extLst>
          </p:cNvPr>
          <p:cNvSpPr>
            <a:spLocks noGrp="1"/>
          </p:cNvSpPr>
          <p:nvPr>
            <p:ph type="body" sz="quarter" idx="25"/>
          </p:nvPr>
        </p:nvSpPr>
        <p:spPr>
          <a:xfrm>
            <a:off x="304800" y="852146"/>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5" name="Text Placeholder 5">
            <a:extLst>
              <a:ext uri="{FF2B5EF4-FFF2-40B4-BE49-F238E27FC236}">
                <a16:creationId xmlns:a16="http://schemas.microsoft.com/office/drawing/2014/main" id="{1A23FE8E-F4EC-D71F-4F54-3419AF6BA92A}"/>
              </a:ext>
            </a:extLst>
          </p:cNvPr>
          <p:cNvSpPr>
            <a:spLocks noGrp="1"/>
          </p:cNvSpPr>
          <p:nvPr>
            <p:ph type="body" sz="quarter" idx="26"/>
          </p:nvPr>
        </p:nvSpPr>
        <p:spPr>
          <a:xfrm>
            <a:off x="6208776" y="852146"/>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2" name="Text Placeholder 5">
            <a:extLst>
              <a:ext uri="{FF2B5EF4-FFF2-40B4-BE49-F238E27FC236}">
                <a16:creationId xmlns:a16="http://schemas.microsoft.com/office/drawing/2014/main" id="{1A369C81-EC85-ED37-6501-DD63CF1221F3}"/>
              </a:ext>
            </a:extLst>
          </p:cNvPr>
          <p:cNvSpPr>
            <a:spLocks noGrp="1"/>
          </p:cNvSpPr>
          <p:nvPr>
            <p:ph type="body" sz="quarter" idx="27"/>
          </p:nvPr>
        </p:nvSpPr>
        <p:spPr>
          <a:xfrm>
            <a:off x="304800" y="3382457"/>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3" name="Text Placeholder 5">
            <a:extLst>
              <a:ext uri="{FF2B5EF4-FFF2-40B4-BE49-F238E27FC236}">
                <a16:creationId xmlns:a16="http://schemas.microsoft.com/office/drawing/2014/main" id="{96F74185-3C5A-0757-ED92-A746EFD721DE}"/>
              </a:ext>
            </a:extLst>
          </p:cNvPr>
          <p:cNvSpPr>
            <a:spLocks noGrp="1"/>
          </p:cNvSpPr>
          <p:nvPr>
            <p:ph type="body" sz="quarter" idx="28"/>
          </p:nvPr>
        </p:nvSpPr>
        <p:spPr>
          <a:xfrm>
            <a:off x="6208776" y="3382457"/>
            <a:ext cx="5678424" cy="411169"/>
          </a:xfrm>
          <a:prstGeom prst="rect">
            <a:avLst/>
          </a:prstGeom>
        </p:spPr>
        <p:txBody>
          <a:bodyPr lIns="0" tIns="0" rIns="0" bIns="0"/>
          <a:lstStyle>
            <a:lvl1pPr marL="0" indent="0">
              <a:buNone/>
              <a:defRPr sz="14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5" name="Chart Placeholder 8">
            <a:extLst>
              <a:ext uri="{FF2B5EF4-FFF2-40B4-BE49-F238E27FC236}">
                <a16:creationId xmlns:a16="http://schemas.microsoft.com/office/drawing/2014/main" id="{38F8FBB6-D9F5-7000-1493-95BE9331A3E3}"/>
              </a:ext>
            </a:extLst>
          </p:cNvPr>
          <p:cNvSpPr>
            <a:spLocks noGrp="1"/>
          </p:cNvSpPr>
          <p:nvPr>
            <p:ph type="chart" sz="quarter" idx="29"/>
          </p:nvPr>
        </p:nvSpPr>
        <p:spPr>
          <a:xfrm>
            <a:off x="304800" y="1315719"/>
            <a:ext cx="5678424" cy="1698810"/>
          </a:xfrm>
          <a:prstGeom prst="rect">
            <a:avLst/>
          </a:prstGeom>
        </p:spPr>
        <p:txBody>
          <a:bodyPr/>
          <a:lstStyle/>
          <a:p>
            <a:endParaRPr lang="en-BR"/>
          </a:p>
        </p:txBody>
      </p:sp>
      <p:sp>
        <p:nvSpPr>
          <p:cNvPr id="26" name="Chart Placeholder 8">
            <a:extLst>
              <a:ext uri="{FF2B5EF4-FFF2-40B4-BE49-F238E27FC236}">
                <a16:creationId xmlns:a16="http://schemas.microsoft.com/office/drawing/2014/main" id="{C4A2A76B-135C-6F2B-E2A2-36DDA21A03AA}"/>
              </a:ext>
            </a:extLst>
          </p:cNvPr>
          <p:cNvSpPr>
            <a:spLocks noGrp="1"/>
          </p:cNvSpPr>
          <p:nvPr>
            <p:ph type="chart" sz="quarter" idx="30"/>
          </p:nvPr>
        </p:nvSpPr>
        <p:spPr>
          <a:xfrm>
            <a:off x="6208776" y="1315719"/>
            <a:ext cx="5678424" cy="1698810"/>
          </a:xfrm>
          <a:prstGeom prst="rect">
            <a:avLst/>
          </a:prstGeom>
        </p:spPr>
        <p:txBody>
          <a:bodyPr/>
          <a:lstStyle/>
          <a:p>
            <a:endParaRPr lang="en-BR"/>
          </a:p>
        </p:txBody>
      </p:sp>
      <p:sp>
        <p:nvSpPr>
          <p:cNvPr id="27" name="Chart Placeholder 8">
            <a:extLst>
              <a:ext uri="{FF2B5EF4-FFF2-40B4-BE49-F238E27FC236}">
                <a16:creationId xmlns:a16="http://schemas.microsoft.com/office/drawing/2014/main" id="{1BA196D2-2A85-DDED-ACEE-883AD61DCCBA}"/>
              </a:ext>
            </a:extLst>
          </p:cNvPr>
          <p:cNvSpPr>
            <a:spLocks noGrp="1"/>
          </p:cNvSpPr>
          <p:nvPr>
            <p:ph type="chart" sz="quarter" idx="31"/>
          </p:nvPr>
        </p:nvSpPr>
        <p:spPr>
          <a:xfrm>
            <a:off x="304800" y="3848474"/>
            <a:ext cx="5678424" cy="1698810"/>
          </a:xfrm>
          <a:prstGeom prst="rect">
            <a:avLst/>
          </a:prstGeom>
        </p:spPr>
        <p:txBody>
          <a:bodyPr/>
          <a:lstStyle/>
          <a:p>
            <a:endParaRPr lang="en-BR"/>
          </a:p>
        </p:txBody>
      </p:sp>
      <p:sp>
        <p:nvSpPr>
          <p:cNvPr id="28" name="Chart Placeholder 8">
            <a:extLst>
              <a:ext uri="{FF2B5EF4-FFF2-40B4-BE49-F238E27FC236}">
                <a16:creationId xmlns:a16="http://schemas.microsoft.com/office/drawing/2014/main" id="{473DAE5B-AAB9-4453-B6AE-BE2EEAC05D86}"/>
              </a:ext>
            </a:extLst>
          </p:cNvPr>
          <p:cNvSpPr>
            <a:spLocks noGrp="1"/>
          </p:cNvSpPr>
          <p:nvPr>
            <p:ph type="chart" sz="quarter" idx="32"/>
          </p:nvPr>
        </p:nvSpPr>
        <p:spPr>
          <a:xfrm>
            <a:off x="6208776" y="3848474"/>
            <a:ext cx="5678424" cy="1698810"/>
          </a:xfrm>
          <a:prstGeom prst="rect">
            <a:avLst/>
          </a:prstGeom>
        </p:spPr>
        <p:txBody>
          <a:bodyPr/>
          <a:lstStyle/>
          <a:p>
            <a:endParaRPr lang="en-BR"/>
          </a:p>
        </p:txBody>
      </p:sp>
    </p:spTree>
    <p:extLst>
      <p:ext uri="{BB962C8B-B14F-4D97-AF65-F5344CB8AC3E}">
        <p14:creationId xmlns:p14="http://schemas.microsoft.com/office/powerpoint/2010/main" val="154238553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Columns + Secondary titl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086755" y="1366221"/>
            <a:ext cx="0" cy="4125558"/>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80F2525-8877-7E50-FE41-895E98BF9A2A}"/>
              </a:ext>
            </a:extLst>
          </p:cNvPr>
          <p:cNvCxnSpPr>
            <a:cxnSpLocks/>
          </p:cNvCxnSpPr>
          <p:nvPr userDrawn="1"/>
        </p:nvCxnSpPr>
        <p:spPr>
          <a:xfrm>
            <a:off x="6099489" y="1366221"/>
            <a:ext cx="0" cy="4125558"/>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FAB5371-DACD-05BB-33BC-6237C60B29A6}"/>
              </a:ext>
            </a:extLst>
          </p:cNvPr>
          <p:cNvCxnSpPr>
            <a:cxnSpLocks/>
          </p:cNvCxnSpPr>
          <p:nvPr userDrawn="1"/>
        </p:nvCxnSpPr>
        <p:spPr>
          <a:xfrm>
            <a:off x="9112223" y="1366221"/>
            <a:ext cx="0" cy="4125558"/>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186F4F89-4E25-EF77-8A24-9067C7AF42F2}"/>
              </a:ext>
            </a:extLst>
          </p:cNvPr>
          <p:cNvSpPr>
            <a:spLocks noGrp="1"/>
          </p:cNvSpPr>
          <p:nvPr>
            <p:ph type="body" sz="quarter" idx="13" hasCustomPrompt="1"/>
          </p:nvPr>
        </p:nvSpPr>
        <p:spPr>
          <a:xfrm>
            <a:off x="304801" y="6015526"/>
            <a:ext cx="11589374"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7" name="Text Placeholder 5">
            <a:extLst>
              <a:ext uri="{FF2B5EF4-FFF2-40B4-BE49-F238E27FC236}">
                <a16:creationId xmlns:a16="http://schemas.microsoft.com/office/drawing/2014/main" id="{42E193F0-2A70-5071-6313-8550582140E4}"/>
              </a:ext>
            </a:extLst>
          </p:cNvPr>
          <p:cNvSpPr>
            <a:spLocks noGrp="1"/>
          </p:cNvSpPr>
          <p:nvPr>
            <p:ph type="body" sz="quarter" idx="12" hasCustomPrompt="1"/>
          </p:nvPr>
        </p:nvSpPr>
        <p:spPr>
          <a:xfrm>
            <a:off x="304801"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1" name="Text Placeholder 8">
            <a:extLst>
              <a:ext uri="{FF2B5EF4-FFF2-40B4-BE49-F238E27FC236}">
                <a16:creationId xmlns:a16="http://schemas.microsoft.com/office/drawing/2014/main" id="{A573B53E-5043-4999-C84B-F4C87139B484}"/>
              </a:ext>
            </a:extLst>
          </p:cNvPr>
          <p:cNvSpPr>
            <a:spLocks noGrp="1"/>
          </p:cNvSpPr>
          <p:nvPr>
            <p:ph type="body" sz="quarter" idx="16" hasCustomPrompt="1"/>
          </p:nvPr>
        </p:nvSpPr>
        <p:spPr>
          <a:xfrm>
            <a:off x="304801" y="851726"/>
            <a:ext cx="11582395" cy="307777"/>
          </a:xfrm>
          <a:prstGeom prst="rect">
            <a:avLst/>
          </a:prstGeom>
        </p:spPr>
        <p:txBody>
          <a:bodyPr wrap="square"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2" name="Straight Connector 11">
            <a:extLst>
              <a:ext uri="{FF2B5EF4-FFF2-40B4-BE49-F238E27FC236}">
                <a16:creationId xmlns:a16="http://schemas.microsoft.com/office/drawing/2014/main" id="{6A865197-AFA9-4F3A-3C23-CB3D4E5F820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8EEDF527-EFE2-A954-8936-E216B82BC04A}"/>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B767EB82-8928-A43E-C841-BA9E5B2F434C}"/>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5">
            <a:extLst>
              <a:ext uri="{FF2B5EF4-FFF2-40B4-BE49-F238E27FC236}">
                <a16:creationId xmlns:a16="http://schemas.microsoft.com/office/drawing/2014/main" id="{A02934FF-F889-05EE-7D33-8C0119B4865D}"/>
              </a:ext>
            </a:extLst>
          </p:cNvPr>
          <p:cNvSpPr>
            <a:spLocks noGrp="1"/>
          </p:cNvSpPr>
          <p:nvPr>
            <p:ph type="body" sz="quarter" idx="19" hasCustomPrompt="1"/>
          </p:nvPr>
        </p:nvSpPr>
        <p:spPr>
          <a:xfrm>
            <a:off x="304800" y="1360082"/>
            <a:ext cx="2551176"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8" name="Text Placeholder 5">
            <a:extLst>
              <a:ext uri="{FF2B5EF4-FFF2-40B4-BE49-F238E27FC236}">
                <a16:creationId xmlns:a16="http://schemas.microsoft.com/office/drawing/2014/main" id="{D5CD92B7-B4EB-E927-76C7-D9179E0F33F5}"/>
              </a:ext>
            </a:extLst>
          </p:cNvPr>
          <p:cNvSpPr>
            <a:spLocks noGrp="1"/>
          </p:cNvSpPr>
          <p:nvPr>
            <p:ph type="body" sz="quarter" idx="20" hasCustomPrompt="1"/>
          </p:nvPr>
        </p:nvSpPr>
        <p:spPr>
          <a:xfrm>
            <a:off x="3317534" y="1360082"/>
            <a:ext cx="2551176"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9" name="Text Placeholder 5">
            <a:extLst>
              <a:ext uri="{FF2B5EF4-FFF2-40B4-BE49-F238E27FC236}">
                <a16:creationId xmlns:a16="http://schemas.microsoft.com/office/drawing/2014/main" id="{226378EE-F41F-2AB7-94D5-9DBBB047300A}"/>
              </a:ext>
            </a:extLst>
          </p:cNvPr>
          <p:cNvSpPr>
            <a:spLocks noGrp="1"/>
          </p:cNvSpPr>
          <p:nvPr>
            <p:ph type="body" sz="quarter" idx="21" hasCustomPrompt="1"/>
          </p:nvPr>
        </p:nvSpPr>
        <p:spPr>
          <a:xfrm>
            <a:off x="6330268" y="1360082"/>
            <a:ext cx="2551176"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5" name="Content Placeholder 6">
            <a:extLst>
              <a:ext uri="{FF2B5EF4-FFF2-40B4-BE49-F238E27FC236}">
                <a16:creationId xmlns:a16="http://schemas.microsoft.com/office/drawing/2014/main" id="{A4617AC4-A1CD-858C-B194-2186C8BE536D}"/>
              </a:ext>
            </a:extLst>
          </p:cNvPr>
          <p:cNvSpPr>
            <a:spLocks noGrp="1"/>
          </p:cNvSpPr>
          <p:nvPr>
            <p:ph sz="quarter" idx="23"/>
          </p:nvPr>
        </p:nvSpPr>
        <p:spPr>
          <a:xfrm>
            <a:off x="304800" y="1831125"/>
            <a:ext cx="2551176" cy="3659324"/>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16" name="Content Placeholder 6">
            <a:extLst>
              <a:ext uri="{FF2B5EF4-FFF2-40B4-BE49-F238E27FC236}">
                <a16:creationId xmlns:a16="http://schemas.microsoft.com/office/drawing/2014/main" id="{C066BD5D-F967-17AB-30FF-EE04B99C6E91}"/>
              </a:ext>
            </a:extLst>
          </p:cNvPr>
          <p:cNvSpPr>
            <a:spLocks noGrp="1"/>
          </p:cNvSpPr>
          <p:nvPr>
            <p:ph sz="quarter" idx="25"/>
          </p:nvPr>
        </p:nvSpPr>
        <p:spPr>
          <a:xfrm>
            <a:off x="3317532" y="1831125"/>
            <a:ext cx="2551176" cy="3659324"/>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17" name="Content Placeholder 6">
            <a:extLst>
              <a:ext uri="{FF2B5EF4-FFF2-40B4-BE49-F238E27FC236}">
                <a16:creationId xmlns:a16="http://schemas.microsoft.com/office/drawing/2014/main" id="{145F083E-B075-6ABF-2289-2AF924835B48}"/>
              </a:ext>
            </a:extLst>
          </p:cNvPr>
          <p:cNvSpPr>
            <a:spLocks noGrp="1"/>
          </p:cNvSpPr>
          <p:nvPr>
            <p:ph sz="quarter" idx="26"/>
          </p:nvPr>
        </p:nvSpPr>
        <p:spPr>
          <a:xfrm>
            <a:off x="6330265" y="1831125"/>
            <a:ext cx="2551176" cy="3659324"/>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18" name="Text Placeholder 5">
            <a:extLst>
              <a:ext uri="{FF2B5EF4-FFF2-40B4-BE49-F238E27FC236}">
                <a16:creationId xmlns:a16="http://schemas.microsoft.com/office/drawing/2014/main" id="{C84FEF17-5FCD-55D2-ECCC-2DF66920C5CF}"/>
              </a:ext>
            </a:extLst>
          </p:cNvPr>
          <p:cNvSpPr>
            <a:spLocks noGrp="1"/>
          </p:cNvSpPr>
          <p:nvPr>
            <p:ph type="body" sz="quarter" idx="27" hasCustomPrompt="1"/>
          </p:nvPr>
        </p:nvSpPr>
        <p:spPr>
          <a:xfrm>
            <a:off x="9342999" y="1360082"/>
            <a:ext cx="2551176"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9" name="Content Placeholder 6">
            <a:extLst>
              <a:ext uri="{FF2B5EF4-FFF2-40B4-BE49-F238E27FC236}">
                <a16:creationId xmlns:a16="http://schemas.microsoft.com/office/drawing/2014/main" id="{45F5167D-1203-23A0-B9ED-46F6A6503032}"/>
              </a:ext>
            </a:extLst>
          </p:cNvPr>
          <p:cNvSpPr>
            <a:spLocks noGrp="1"/>
          </p:cNvSpPr>
          <p:nvPr>
            <p:ph sz="quarter" idx="28"/>
          </p:nvPr>
        </p:nvSpPr>
        <p:spPr>
          <a:xfrm>
            <a:off x="9342999" y="1831125"/>
            <a:ext cx="2551176" cy="3659324"/>
          </a:xfrm>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 </a:t>
            </a:r>
          </a:p>
        </p:txBody>
      </p:sp>
    </p:spTree>
    <p:extLst>
      <p:ext uri="{BB962C8B-B14F-4D97-AF65-F5344CB8AC3E}">
        <p14:creationId xmlns:p14="http://schemas.microsoft.com/office/powerpoint/2010/main" val="1210584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Vertical 5 Sections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2" name="Straight Arrow Connector 1">
            <a:extLst>
              <a:ext uri="{FF2B5EF4-FFF2-40B4-BE49-F238E27FC236}">
                <a16:creationId xmlns:a16="http://schemas.microsoft.com/office/drawing/2014/main" id="{953108FB-5897-A156-B6B7-007AD9DF13E7}"/>
              </a:ext>
            </a:extLst>
          </p:cNvPr>
          <p:cNvCxnSpPr>
            <a:cxnSpLocks/>
          </p:cNvCxnSpPr>
          <p:nvPr userDrawn="1"/>
        </p:nvCxnSpPr>
        <p:spPr>
          <a:xfrm>
            <a:off x="304800"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7560791-3146-BE38-3D8D-3CDBCAA163C3}"/>
              </a:ext>
            </a:extLst>
          </p:cNvPr>
          <p:cNvCxnSpPr>
            <a:cxnSpLocks/>
          </p:cNvCxnSpPr>
          <p:nvPr userDrawn="1"/>
        </p:nvCxnSpPr>
        <p:spPr>
          <a:xfrm>
            <a:off x="2667762"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8660F4B-6DCD-9276-BE7D-DEF94DD5EF22}"/>
              </a:ext>
            </a:extLst>
          </p:cNvPr>
          <p:cNvCxnSpPr>
            <a:cxnSpLocks/>
          </p:cNvCxnSpPr>
          <p:nvPr userDrawn="1"/>
        </p:nvCxnSpPr>
        <p:spPr>
          <a:xfrm>
            <a:off x="5030724"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E65EC31-E51F-78D8-94C3-8E4DD1739E96}"/>
              </a:ext>
            </a:extLst>
          </p:cNvPr>
          <p:cNvCxnSpPr>
            <a:cxnSpLocks/>
          </p:cNvCxnSpPr>
          <p:nvPr userDrawn="1"/>
        </p:nvCxnSpPr>
        <p:spPr>
          <a:xfrm>
            <a:off x="7393686"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1AA78CD-906A-3B68-2AF1-048B6F9394A1}"/>
              </a:ext>
            </a:extLst>
          </p:cNvPr>
          <p:cNvCxnSpPr>
            <a:cxnSpLocks/>
          </p:cNvCxnSpPr>
          <p:nvPr userDrawn="1"/>
        </p:nvCxnSpPr>
        <p:spPr>
          <a:xfrm>
            <a:off x="9756648" y="1266229"/>
            <a:ext cx="213055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25" name="Text Placeholder 5">
            <a:extLst>
              <a:ext uri="{FF2B5EF4-FFF2-40B4-BE49-F238E27FC236}">
                <a16:creationId xmlns:a16="http://schemas.microsoft.com/office/drawing/2014/main" id="{2BF6FFFA-5DBB-A61A-AA09-B0B08F92275E}"/>
              </a:ext>
            </a:extLst>
          </p:cNvPr>
          <p:cNvSpPr>
            <a:spLocks noGrp="1"/>
          </p:cNvSpPr>
          <p:nvPr>
            <p:ph type="body" sz="quarter" idx="21"/>
          </p:nvPr>
        </p:nvSpPr>
        <p:spPr>
          <a:xfrm>
            <a:off x="9756648" y="852146"/>
            <a:ext cx="2130552" cy="414083"/>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8" name="Text Placeholder 5">
            <a:extLst>
              <a:ext uri="{FF2B5EF4-FFF2-40B4-BE49-F238E27FC236}">
                <a16:creationId xmlns:a16="http://schemas.microsoft.com/office/drawing/2014/main" id="{4D37C9F2-D6C3-4983-943E-3DC8B620B183}"/>
              </a:ext>
            </a:extLst>
          </p:cNvPr>
          <p:cNvSpPr>
            <a:spLocks noGrp="1"/>
          </p:cNvSpPr>
          <p:nvPr>
            <p:ph type="body" sz="quarter" idx="22"/>
          </p:nvPr>
        </p:nvSpPr>
        <p:spPr>
          <a:xfrm>
            <a:off x="7393686" y="852146"/>
            <a:ext cx="2130552" cy="414083"/>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30" name="Text Placeholder 5">
            <a:extLst>
              <a:ext uri="{FF2B5EF4-FFF2-40B4-BE49-F238E27FC236}">
                <a16:creationId xmlns:a16="http://schemas.microsoft.com/office/drawing/2014/main" id="{F9CD3C3A-6912-862C-0FE1-CCE20E7AA73D}"/>
              </a:ext>
            </a:extLst>
          </p:cNvPr>
          <p:cNvSpPr>
            <a:spLocks noGrp="1"/>
          </p:cNvSpPr>
          <p:nvPr>
            <p:ph type="body" sz="quarter" idx="23"/>
          </p:nvPr>
        </p:nvSpPr>
        <p:spPr>
          <a:xfrm>
            <a:off x="5030724" y="852146"/>
            <a:ext cx="2130552" cy="414083"/>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32" name="Text Placeholder 5">
            <a:extLst>
              <a:ext uri="{FF2B5EF4-FFF2-40B4-BE49-F238E27FC236}">
                <a16:creationId xmlns:a16="http://schemas.microsoft.com/office/drawing/2014/main" id="{70D90FC2-A0F9-61AF-616C-4E1DEE0585A9}"/>
              </a:ext>
            </a:extLst>
          </p:cNvPr>
          <p:cNvSpPr>
            <a:spLocks noGrp="1"/>
          </p:cNvSpPr>
          <p:nvPr>
            <p:ph type="body" sz="quarter" idx="24"/>
          </p:nvPr>
        </p:nvSpPr>
        <p:spPr>
          <a:xfrm>
            <a:off x="2667762" y="852146"/>
            <a:ext cx="2130552" cy="414083"/>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34" name="Text Placeholder 5">
            <a:extLst>
              <a:ext uri="{FF2B5EF4-FFF2-40B4-BE49-F238E27FC236}">
                <a16:creationId xmlns:a16="http://schemas.microsoft.com/office/drawing/2014/main" id="{8B7965E5-A0B0-D90D-8F5E-25A71B5CA5C5}"/>
              </a:ext>
            </a:extLst>
          </p:cNvPr>
          <p:cNvSpPr>
            <a:spLocks noGrp="1"/>
          </p:cNvSpPr>
          <p:nvPr>
            <p:ph type="body" sz="quarter" idx="25"/>
          </p:nvPr>
        </p:nvSpPr>
        <p:spPr>
          <a:xfrm>
            <a:off x="304800" y="852146"/>
            <a:ext cx="2130552" cy="414083"/>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8" name="Text Placeholder 9">
            <a:extLst>
              <a:ext uri="{FF2B5EF4-FFF2-40B4-BE49-F238E27FC236}">
                <a16:creationId xmlns:a16="http://schemas.microsoft.com/office/drawing/2014/main" id="{060339D5-4C53-2A17-A5C3-F1DB29A43CF3}"/>
              </a:ext>
            </a:extLst>
          </p:cNvPr>
          <p:cNvSpPr>
            <a:spLocks noGrp="1"/>
          </p:cNvSpPr>
          <p:nvPr>
            <p:ph type="body" sz="quarter" idx="13" hasCustomPrompt="1"/>
          </p:nvPr>
        </p:nvSpPr>
        <p:spPr>
          <a:xfrm>
            <a:off x="304800" y="6015526"/>
            <a:ext cx="11582400"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0" name="Text Placeholder 5">
            <a:extLst>
              <a:ext uri="{FF2B5EF4-FFF2-40B4-BE49-F238E27FC236}">
                <a16:creationId xmlns:a16="http://schemas.microsoft.com/office/drawing/2014/main" id="{FB4A3657-CB42-7801-842C-6CB640079E06}"/>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2" name="Straight Connector 11">
            <a:extLst>
              <a:ext uri="{FF2B5EF4-FFF2-40B4-BE49-F238E27FC236}">
                <a16:creationId xmlns:a16="http://schemas.microsoft.com/office/drawing/2014/main" id="{683E30CB-DCD0-84AC-863B-1449840E0304}"/>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12457739-6A5D-6461-16ED-A6DB2AA5A43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0B7F971-6D16-3919-C7E5-DC19FE0BCB7B}"/>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6" name="Content Placeholder 13">
            <a:extLst>
              <a:ext uri="{FF2B5EF4-FFF2-40B4-BE49-F238E27FC236}">
                <a16:creationId xmlns:a16="http://schemas.microsoft.com/office/drawing/2014/main" id="{0EEE4F43-5AAF-15C7-AD1F-B8D6600EC2A2}"/>
              </a:ext>
            </a:extLst>
          </p:cNvPr>
          <p:cNvSpPr>
            <a:spLocks noGrp="1"/>
          </p:cNvSpPr>
          <p:nvPr>
            <p:ph sz="quarter" idx="31"/>
          </p:nvPr>
        </p:nvSpPr>
        <p:spPr>
          <a:xfrm>
            <a:off x="304800" y="1315719"/>
            <a:ext cx="2130552"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FDC958EE-5E97-6A1F-AE45-142F3E8445C7}"/>
              </a:ext>
            </a:extLst>
          </p:cNvPr>
          <p:cNvSpPr>
            <a:spLocks noGrp="1"/>
          </p:cNvSpPr>
          <p:nvPr>
            <p:ph sz="quarter" idx="33"/>
          </p:nvPr>
        </p:nvSpPr>
        <p:spPr>
          <a:xfrm>
            <a:off x="2667762" y="1315719"/>
            <a:ext cx="213055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3">
            <a:extLst>
              <a:ext uri="{FF2B5EF4-FFF2-40B4-BE49-F238E27FC236}">
                <a16:creationId xmlns:a16="http://schemas.microsoft.com/office/drawing/2014/main" id="{615CCEBA-ECD7-5071-0DB3-58CD8178D406}"/>
              </a:ext>
            </a:extLst>
          </p:cNvPr>
          <p:cNvSpPr>
            <a:spLocks noGrp="1"/>
          </p:cNvSpPr>
          <p:nvPr>
            <p:ph sz="quarter" idx="34"/>
          </p:nvPr>
        </p:nvSpPr>
        <p:spPr>
          <a:xfrm>
            <a:off x="5030724" y="1315719"/>
            <a:ext cx="213055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3">
            <a:extLst>
              <a:ext uri="{FF2B5EF4-FFF2-40B4-BE49-F238E27FC236}">
                <a16:creationId xmlns:a16="http://schemas.microsoft.com/office/drawing/2014/main" id="{AAD20CE4-9A69-11DF-9809-5417D5F28987}"/>
              </a:ext>
            </a:extLst>
          </p:cNvPr>
          <p:cNvSpPr>
            <a:spLocks noGrp="1"/>
          </p:cNvSpPr>
          <p:nvPr>
            <p:ph sz="quarter" idx="35"/>
          </p:nvPr>
        </p:nvSpPr>
        <p:spPr>
          <a:xfrm>
            <a:off x="7393686" y="1315719"/>
            <a:ext cx="213055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3">
            <a:extLst>
              <a:ext uri="{FF2B5EF4-FFF2-40B4-BE49-F238E27FC236}">
                <a16:creationId xmlns:a16="http://schemas.microsoft.com/office/drawing/2014/main" id="{890DBB24-5040-A418-A843-49104EC4E358}"/>
              </a:ext>
            </a:extLst>
          </p:cNvPr>
          <p:cNvSpPr>
            <a:spLocks noGrp="1"/>
          </p:cNvSpPr>
          <p:nvPr>
            <p:ph sz="quarter" idx="36"/>
          </p:nvPr>
        </p:nvSpPr>
        <p:spPr>
          <a:xfrm>
            <a:off x="9756648" y="1315719"/>
            <a:ext cx="2130552"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60990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Slide + 3 Quadrants">
    <p:bg>
      <p:bgPr>
        <a:solidFill>
          <a:schemeClr val="bg1"/>
        </a:solidFill>
        <a:effectLst/>
      </p:bgPr>
    </p:bg>
    <p:spTree>
      <p:nvGrpSpPr>
        <p:cNvPr id="1" name=""/>
        <p:cNvGrpSpPr/>
        <p:nvPr/>
      </p:nvGrpSpPr>
      <p:grpSpPr>
        <a:xfrm>
          <a:off x="0" y="0"/>
          <a:ext cx="0" cy="0"/>
          <a:chOff x="0" y="0"/>
          <a:chExt cx="0" cy="0"/>
        </a:xfrm>
      </p:grpSpPr>
      <p:sp>
        <p:nvSpPr>
          <p:cNvPr id="19" name="Text Placeholder 5">
            <a:extLst>
              <a:ext uri="{FF2B5EF4-FFF2-40B4-BE49-F238E27FC236}">
                <a16:creationId xmlns:a16="http://schemas.microsoft.com/office/drawing/2014/main" id="{E95E9CE0-6A47-B14A-CDCE-6D049E91344D}"/>
              </a:ext>
            </a:extLst>
          </p:cNvPr>
          <p:cNvSpPr>
            <a:spLocks noGrp="1"/>
          </p:cNvSpPr>
          <p:nvPr>
            <p:ph type="body" sz="quarter" idx="20" hasCustomPrompt="1"/>
          </p:nvPr>
        </p:nvSpPr>
        <p:spPr>
          <a:xfrm>
            <a:off x="304800" y="3122843"/>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353401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6" y="353401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0" y="852146"/>
            <a:ext cx="11585448"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8" name="Text Placeholder 5">
            <a:extLst>
              <a:ext uri="{FF2B5EF4-FFF2-40B4-BE49-F238E27FC236}">
                <a16:creationId xmlns:a16="http://schemas.microsoft.com/office/drawing/2014/main" id="{7EFC7A35-332B-97FA-7914-DA1F5D4F2954}"/>
              </a:ext>
            </a:extLst>
          </p:cNvPr>
          <p:cNvSpPr>
            <a:spLocks noGrp="1"/>
          </p:cNvSpPr>
          <p:nvPr>
            <p:ph type="body" sz="quarter" idx="19" hasCustomPrompt="1"/>
          </p:nvPr>
        </p:nvSpPr>
        <p:spPr>
          <a:xfrm>
            <a:off x="6208776" y="3122843"/>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1263315"/>
            <a:ext cx="11585448"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8" name="Text Placeholder 9">
            <a:extLst>
              <a:ext uri="{FF2B5EF4-FFF2-40B4-BE49-F238E27FC236}">
                <a16:creationId xmlns:a16="http://schemas.microsoft.com/office/drawing/2014/main" id="{13F62718-3483-CCD0-7F34-F195CBDCC740}"/>
              </a:ext>
            </a:extLst>
          </p:cNvPr>
          <p:cNvSpPr>
            <a:spLocks noGrp="1"/>
          </p:cNvSpPr>
          <p:nvPr>
            <p:ph type="body" sz="quarter" idx="13" hasCustomPrompt="1"/>
          </p:nvPr>
        </p:nvSpPr>
        <p:spPr>
          <a:xfrm>
            <a:off x="304800" y="6015526"/>
            <a:ext cx="11582400"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0" name="Text Placeholder 5">
            <a:extLst>
              <a:ext uri="{FF2B5EF4-FFF2-40B4-BE49-F238E27FC236}">
                <a16:creationId xmlns:a16="http://schemas.microsoft.com/office/drawing/2014/main" id="{D73C9778-F0B1-9356-15F5-2FFD2DF484EB}"/>
              </a:ext>
            </a:extLst>
          </p:cNvPr>
          <p:cNvSpPr>
            <a:spLocks noGrp="1"/>
          </p:cNvSpPr>
          <p:nvPr>
            <p:ph type="body" sz="quarter" idx="12" hasCustomPrompt="1"/>
          </p:nvPr>
        </p:nvSpPr>
        <p:spPr>
          <a:xfrm>
            <a:off x="304800" y="305089"/>
            <a:ext cx="7623663" cy="336506"/>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7" name="Straight Connector 16">
            <a:extLst>
              <a:ext uri="{FF2B5EF4-FFF2-40B4-BE49-F238E27FC236}">
                <a16:creationId xmlns:a16="http://schemas.microsoft.com/office/drawing/2014/main" id="{18774EC4-6A65-5A9E-2817-839D740CFD2B}"/>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42ADE0F-34D2-3921-D7A5-F87698D7A650}"/>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7ECE7F45-6029-A8A1-92CF-675DD48C2D36}"/>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12" name="Text Placeholder 11">
            <a:extLst>
              <a:ext uri="{FF2B5EF4-FFF2-40B4-BE49-F238E27FC236}">
                <a16:creationId xmlns:a16="http://schemas.microsoft.com/office/drawing/2014/main" id="{A3BC4CAB-AD49-B0F8-7D1C-D214F4AC3C92}"/>
              </a:ext>
            </a:extLst>
          </p:cNvPr>
          <p:cNvSpPr>
            <a:spLocks noGrp="1"/>
          </p:cNvSpPr>
          <p:nvPr>
            <p:ph type="body" sz="quarter" idx="21" hasCustomPrompt="1"/>
          </p:nvPr>
        </p:nvSpPr>
        <p:spPr>
          <a:xfrm>
            <a:off x="304800" y="1315718"/>
            <a:ext cx="11582400" cy="1700784"/>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0">
            <a:extLst>
              <a:ext uri="{FF2B5EF4-FFF2-40B4-BE49-F238E27FC236}">
                <a16:creationId xmlns:a16="http://schemas.microsoft.com/office/drawing/2014/main" id="{7B27C6BE-57DB-6F10-D31E-9D7D12F897B2}"/>
              </a:ext>
            </a:extLst>
          </p:cNvPr>
          <p:cNvSpPr>
            <a:spLocks noGrp="1"/>
          </p:cNvSpPr>
          <p:nvPr>
            <p:ph sz="quarter" idx="29" hasCustomPrompt="1"/>
          </p:nvPr>
        </p:nvSpPr>
        <p:spPr>
          <a:xfrm>
            <a:off x="304800" y="3587636"/>
            <a:ext cx="5678424" cy="1700784"/>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20">
            <a:extLst>
              <a:ext uri="{FF2B5EF4-FFF2-40B4-BE49-F238E27FC236}">
                <a16:creationId xmlns:a16="http://schemas.microsoft.com/office/drawing/2014/main" id="{91CEB9A2-8752-4093-7C83-670C625FD7AA}"/>
              </a:ext>
            </a:extLst>
          </p:cNvPr>
          <p:cNvSpPr>
            <a:spLocks noGrp="1"/>
          </p:cNvSpPr>
          <p:nvPr>
            <p:ph sz="quarter" idx="30" hasCustomPrompt="1"/>
          </p:nvPr>
        </p:nvSpPr>
        <p:spPr>
          <a:xfrm>
            <a:off x="6208776" y="3587636"/>
            <a:ext cx="5678424" cy="1700784"/>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6965001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lide + 3 Quadrants">
    <p:bg>
      <p:bgPr>
        <a:solidFill>
          <a:schemeClr val="bg1"/>
        </a:solidFill>
        <a:effectLst/>
      </p:bgPr>
    </p:bg>
    <p:spTree>
      <p:nvGrpSpPr>
        <p:cNvPr id="1" name=""/>
        <p:cNvGrpSpPr/>
        <p:nvPr/>
      </p:nvGrpSpPr>
      <p:grpSpPr>
        <a:xfrm>
          <a:off x="0" y="0"/>
          <a:ext cx="0" cy="0"/>
          <a:chOff x="0" y="0"/>
          <a:chExt cx="0" cy="0"/>
        </a:xfrm>
      </p:grpSpPr>
      <p:sp>
        <p:nvSpPr>
          <p:cNvPr id="19" name="Text Placeholder 5">
            <a:extLst>
              <a:ext uri="{FF2B5EF4-FFF2-40B4-BE49-F238E27FC236}">
                <a16:creationId xmlns:a16="http://schemas.microsoft.com/office/drawing/2014/main" id="{E95E9CE0-6A47-B14A-CDCE-6D049E91344D}"/>
              </a:ext>
            </a:extLst>
          </p:cNvPr>
          <p:cNvSpPr>
            <a:spLocks noGrp="1"/>
          </p:cNvSpPr>
          <p:nvPr>
            <p:ph type="body" sz="quarter" idx="20" hasCustomPrompt="1"/>
          </p:nvPr>
        </p:nvSpPr>
        <p:spPr>
          <a:xfrm>
            <a:off x="304800" y="3122843"/>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353401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6" y="353401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0" y="852146"/>
            <a:ext cx="11585448"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8" name="Text Placeholder 5">
            <a:extLst>
              <a:ext uri="{FF2B5EF4-FFF2-40B4-BE49-F238E27FC236}">
                <a16:creationId xmlns:a16="http://schemas.microsoft.com/office/drawing/2014/main" id="{7EFC7A35-332B-97FA-7914-DA1F5D4F2954}"/>
              </a:ext>
            </a:extLst>
          </p:cNvPr>
          <p:cNvSpPr>
            <a:spLocks noGrp="1"/>
          </p:cNvSpPr>
          <p:nvPr>
            <p:ph type="body" sz="quarter" idx="19" hasCustomPrompt="1"/>
          </p:nvPr>
        </p:nvSpPr>
        <p:spPr>
          <a:xfrm>
            <a:off x="6208776" y="3122843"/>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1263315"/>
            <a:ext cx="11585448"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8" name="Text Placeholder 9">
            <a:extLst>
              <a:ext uri="{FF2B5EF4-FFF2-40B4-BE49-F238E27FC236}">
                <a16:creationId xmlns:a16="http://schemas.microsoft.com/office/drawing/2014/main" id="{13F62718-3483-CCD0-7F34-F195CBDCC740}"/>
              </a:ext>
            </a:extLst>
          </p:cNvPr>
          <p:cNvSpPr>
            <a:spLocks noGrp="1"/>
          </p:cNvSpPr>
          <p:nvPr>
            <p:ph type="body" sz="quarter" idx="13" hasCustomPrompt="1"/>
          </p:nvPr>
        </p:nvSpPr>
        <p:spPr>
          <a:xfrm>
            <a:off x="304800" y="6015526"/>
            <a:ext cx="11582400"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0" name="Text Placeholder 5">
            <a:extLst>
              <a:ext uri="{FF2B5EF4-FFF2-40B4-BE49-F238E27FC236}">
                <a16:creationId xmlns:a16="http://schemas.microsoft.com/office/drawing/2014/main" id="{D73C9778-F0B1-9356-15F5-2FFD2DF484EB}"/>
              </a:ext>
            </a:extLst>
          </p:cNvPr>
          <p:cNvSpPr>
            <a:spLocks noGrp="1"/>
          </p:cNvSpPr>
          <p:nvPr>
            <p:ph type="body" sz="quarter" idx="12" hasCustomPrompt="1"/>
          </p:nvPr>
        </p:nvSpPr>
        <p:spPr>
          <a:xfrm>
            <a:off x="304800" y="305089"/>
            <a:ext cx="7623663" cy="336506"/>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7" name="Straight Connector 16">
            <a:extLst>
              <a:ext uri="{FF2B5EF4-FFF2-40B4-BE49-F238E27FC236}">
                <a16:creationId xmlns:a16="http://schemas.microsoft.com/office/drawing/2014/main" id="{18774EC4-6A65-5A9E-2817-839D740CFD2B}"/>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42ADE0F-34D2-3921-D7A5-F87698D7A650}"/>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7ECE7F45-6029-A8A1-92CF-675DD48C2D36}"/>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12" name="Text Placeholder 11">
            <a:extLst>
              <a:ext uri="{FF2B5EF4-FFF2-40B4-BE49-F238E27FC236}">
                <a16:creationId xmlns:a16="http://schemas.microsoft.com/office/drawing/2014/main" id="{A3BC4CAB-AD49-B0F8-7D1C-D214F4AC3C92}"/>
              </a:ext>
            </a:extLst>
          </p:cNvPr>
          <p:cNvSpPr>
            <a:spLocks noGrp="1"/>
          </p:cNvSpPr>
          <p:nvPr>
            <p:ph type="body" sz="quarter" idx="21" hasCustomPrompt="1"/>
          </p:nvPr>
        </p:nvSpPr>
        <p:spPr>
          <a:xfrm>
            <a:off x="304800" y="1315718"/>
            <a:ext cx="11582400" cy="1700784"/>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20">
            <a:extLst>
              <a:ext uri="{FF2B5EF4-FFF2-40B4-BE49-F238E27FC236}">
                <a16:creationId xmlns:a16="http://schemas.microsoft.com/office/drawing/2014/main" id="{7B27C6BE-57DB-6F10-D31E-9D7D12F897B2}"/>
              </a:ext>
            </a:extLst>
          </p:cNvPr>
          <p:cNvSpPr>
            <a:spLocks noGrp="1"/>
          </p:cNvSpPr>
          <p:nvPr>
            <p:ph sz="quarter" idx="29" hasCustomPrompt="1"/>
          </p:nvPr>
        </p:nvSpPr>
        <p:spPr>
          <a:xfrm>
            <a:off x="304800" y="3587636"/>
            <a:ext cx="5678424" cy="1700784"/>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20">
            <a:extLst>
              <a:ext uri="{FF2B5EF4-FFF2-40B4-BE49-F238E27FC236}">
                <a16:creationId xmlns:a16="http://schemas.microsoft.com/office/drawing/2014/main" id="{91CEB9A2-8752-4093-7C83-670C625FD7AA}"/>
              </a:ext>
            </a:extLst>
          </p:cNvPr>
          <p:cNvSpPr>
            <a:spLocks noGrp="1"/>
          </p:cNvSpPr>
          <p:nvPr>
            <p:ph sz="quarter" idx="30" hasCustomPrompt="1"/>
          </p:nvPr>
        </p:nvSpPr>
        <p:spPr>
          <a:xfrm>
            <a:off x="6208776" y="3587636"/>
            <a:ext cx="5678424" cy="1700784"/>
          </a:xfrm>
        </p:spPr>
        <p:txBody>
          <a:bodyPr>
            <a:spAutoFit/>
          </a:bodyPr>
          <a:lstStyle/>
          <a:p>
            <a:pPr lvl="0"/>
            <a:r>
              <a:rPr lang="en-US" dirty="0"/>
              <a:t>Type Body Copy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1932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ondary Title Slide + 3 Quadrants">
    <p:bg>
      <p:bgPr>
        <a:solidFill>
          <a:schemeClr val="bg1"/>
        </a:solidFill>
        <a:effectLst/>
      </p:bgPr>
    </p:bg>
    <p:spTree>
      <p:nvGrpSpPr>
        <p:cNvPr id="1" name=""/>
        <p:cNvGrpSpPr/>
        <p:nvPr/>
      </p:nvGrpSpPr>
      <p:grpSpPr>
        <a:xfrm>
          <a:off x="0" y="0"/>
          <a:ext cx="0" cy="0"/>
          <a:chOff x="0" y="0"/>
          <a:chExt cx="0" cy="0"/>
        </a:xfrm>
      </p:grpSpPr>
      <p:sp>
        <p:nvSpPr>
          <p:cNvPr id="19" name="Text Placeholder 5">
            <a:extLst>
              <a:ext uri="{FF2B5EF4-FFF2-40B4-BE49-F238E27FC236}">
                <a16:creationId xmlns:a16="http://schemas.microsoft.com/office/drawing/2014/main" id="{E95E9CE0-6A47-B14A-CDCE-6D049E91344D}"/>
              </a:ext>
            </a:extLst>
          </p:cNvPr>
          <p:cNvSpPr>
            <a:spLocks noGrp="1"/>
          </p:cNvSpPr>
          <p:nvPr>
            <p:ph type="body" sz="quarter" idx="20" hasCustomPrompt="1"/>
          </p:nvPr>
        </p:nvSpPr>
        <p:spPr>
          <a:xfrm>
            <a:off x="6208778" y="3495173"/>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8" y="3906342"/>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0" y="1360082"/>
            <a:ext cx="11585448"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8" name="Text Placeholder 5">
            <a:extLst>
              <a:ext uri="{FF2B5EF4-FFF2-40B4-BE49-F238E27FC236}">
                <a16:creationId xmlns:a16="http://schemas.microsoft.com/office/drawing/2014/main" id="{7EFC7A35-332B-97FA-7914-DA1F5D4F2954}"/>
              </a:ext>
            </a:extLst>
          </p:cNvPr>
          <p:cNvSpPr>
            <a:spLocks noGrp="1"/>
          </p:cNvSpPr>
          <p:nvPr>
            <p:ph type="body" sz="quarter" idx="19" hasCustomPrompt="1"/>
          </p:nvPr>
        </p:nvSpPr>
        <p:spPr>
          <a:xfrm>
            <a:off x="304800" y="3495173"/>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1771251"/>
            <a:ext cx="11585448"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8" name="Text Placeholder 9">
            <a:extLst>
              <a:ext uri="{FF2B5EF4-FFF2-40B4-BE49-F238E27FC236}">
                <a16:creationId xmlns:a16="http://schemas.microsoft.com/office/drawing/2014/main" id="{438DFA4A-B2FD-2DB8-3B87-AD71BF080526}"/>
              </a:ext>
            </a:extLst>
          </p:cNvPr>
          <p:cNvSpPr>
            <a:spLocks noGrp="1"/>
          </p:cNvSpPr>
          <p:nvPr>
            <p:ph type="body" sz="quarter" idx="13" hasCustomPrompt="1"/>
          </p:nvPr>
        </p:nvSpPr>
        <p:spPr>
          <a:xfrm>
            <a:off x="304800" y="6015526"/>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14" name="Text Placeholder 5">
            <a:extLst>
              <a:ext uri="{FF2B5EF4-FFF2-40B4-BE49-F238E27FC236}">
                <a16:creationId xmlns:a16="http://schemas.microsoft.com/office/drawing/2014/main" id="{45A24D1A-B1F4-8048-3AC7-5678A0D10CE3}"/>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21" name="Text Placeholder 8">
            <a:extLst>
              <a:ext uri="{FF2B5EF4-FFF2-40B4-BE49-F238E27FC236}">
                <a16:creationId xmlns:a16="http://schemas.microsoft.com/office/drawing/2014/main" id="{AFE27ABB-A552-B67D-A169-C858ADB2DEDC}"/>
              </a:ext>
            </a:extLst>
          </p:cNvPr>
          <p:cNvSpPr>
            <a:spLocks noGrp="1"/>
          </p:cNvSpPr>
          <p:nvPr>
            <p:ph type="body" sz="quarter" idx="16" hasCustomPrompt="1"/>
          </p:nvPr>
        </p:nvSpPr>
        <p:spPr>
          <a:xfrm>
            <a:off x="304800" y="852146"/>
            <a:ext cx="11582400" cy="307777"/>
          </a:xfrm>
          <a:prstGeom prst="rect">
            <a:avLst/>
          </a:prstGeom>
        </p:spPr>
        <p:txBody>
          <a:bodyPr wrap="square"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2" name="Straight Connector 21">
            <a:extLst>
              <a:ext uri="{FF2B5EF4-FFF2-40B4-BE49-F238E27FC236}">
                <a16:creationId xmlns:a16="http://schemas.microsoft.com/office/drawing/2014/main" id="{5768F0BF-0177-D3D8-FE36-9E73A4900B02}"/>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346B538D-15D5-AC5B-6F47-989E80A391A8}"/>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8C4E252-E1C5-B4D2-1E5D-4E4B0FF1B55D}"/>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29740651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ondary Title Slide + 3 Quadrants [Variant]">
    <p:bg>
      <p:bgPr>
        <a:solidFill>
          <a:schemeClr val="bg1"/>
        </a:solidFill>
        <a:effectLst/>
      </p:bgPr>
    </p:bg>
    <p:spTree>
      <p:nvGrpSpPr>
        <p:cNvPr id="1" name=""/>
        <p:cNvGrpSpPr/>
        <p:nvPr/>
      </p:nvGrpSpPr>
      <p:grpSpPr>
        <a:xfrm>
          <a:off x="0" y="0"/>
          <a:ext cx="0" cy="0"/>
          <a:chOff x="0" y="0"/>
          <a:chExt cx="0" cy="0"/>
        </a:xfrm>
      </p:grpSpPr>
      <p:sp>
        <p:nvSpPr>
          <p:cNvPr id="24" name="Text Placeholder 5">
            <a:extLst>
              <a:ext uri="{FF2B5EF4-FFF2-40B4-BE49-F238E27FC236}">
                <a16:creationId xmlns:a16="http://schemas.microsoft.com/office/drawing/2014/main" id="{B1D0690A-2723-C9AA-0435-AF43868E87F0}"/>
              </a:ext>
            </a:extLst>
          </p:cNvPr>
          <p:cNvSpPr>
            <a:spLocks noGrp="1"/>
          </p:cNvSpPr>
          <p:nvPr>
            <p:ph type="body" sz="quarter" idx="22" hasCustomPrompt="1"/>
          </p:nvPr>
        </p:nvSpPr>
        <p:spPr>
          <a:xfrm>
            <a:off x="6208776" y="1360082"/>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cxnSp>
        <p:nvCxnSpPr>
          <p:cNvPr id="9" name="Straight Arrow Connector 8">
            <a:extLst>
              <a:ext uri="{FF2B5EF4-FFF2-40B4-BE49-F238E27FC236}">
                <a16:creationId xmlns:a16="http://schemas.microsoft.com/office/drawing/2014/main" id="{E3293F30-99D3-752F-4D57-641B9188075A}"/>
              </a:ext>
            </a:extLst>
          </p:cNvPr>
          <p:cNvCxnSpPr>
            <a:cxnSpLocks/>
          </p:cNvCxnSpPr>
          <p:nvPr userDrawn="1"/>
        </p:nvCxnSpPr>
        <p:spPr>
          <a:xfrm>
            <a:off x="304800" y="3906342"/>
            <a:ext cx="11578228"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BF51ACB-E228-9BBD-5B17-71C631196DFE}"/>
              </a:ext>
            </a:extLst>
          </p:cNvPr>
          <p:cNvCxnSpPr>
            <a:cxnSpLocks/>
          </p:cNvCxnSpPr>
          <p:nvPr userDrawn="1"/>
        </p:nvCxnSpPr>
        <p:spPr>
          <a:xfrm>
            <a:off x="304800" y="1771251"/>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700D982-0480-E4CC-6695-4023D970BA68}"/>
              </a:ext>
            </a:extLst>
          </p:cNvPr>
          <p:cNvCxnSpPr>
            <a:cxnSpLocks/>
          </p:cNvCxnSpPr>
          <p:nvPr userDrawn="1"/>
        </p:nvCxnSpPr>
        <p:spPr>
          <a:xfrm>
            <a:off x="6208776" y="1771251"/>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6" name="Text Placeholder 5">
            <a:extLst>
              <a:ext uri="{FF2B5EF4-FFF2-40B4-BE49-F238E27FC236}">
                <a16:creationId xmlns:a16="http://schemas.microsoft.com/office/drawing/2014/main" id="{AAA88937-DE0E-83EF-FA1E-E36E1B1ABB2E}"/>
              </a:ext>
            </a:extLst>
          </p:cNvPr>
          <p:cNvSpPr>
            <a:spLocks noGrp="1"/>
          </p:cNvSpPr>
          <p:nvPr>
            <p:ph type="body" sz="quarter" idx="17" hasCustomPrompt="1"/>
          </p:nvPr>
        </p:nvSpPr>
        <p:spPr>
          <a:xfrm>
            <a:off x="304800" y="3495173"/>
            <a:ext cx="11578228"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8" name="Text Placeholder 9">
            <a:extLst>
              <a:ext uri="{FF2B5EF4-FFF2-40B4-BE49-F238E27FC236}">
                <a16:creationId xmlns:a16="http://schemas.microsoft.com/office/drawing/2014/main" id="{FFDEC536-3B32-666A-6639-A02D1FA41082}"/>
              </a:ext>
            </a:extLst>
          </p:cNvPr>
          <p:cNvSpPr>
            <a:spLocks noGrp="1"/>
          </p:cNvSpPr>
          <p:nvPr>
            <p:ph type="body" sz="quarter" idx="13" hasCustomPrompt="1"/>
          </p:nvPr>
        </p:nvSpPr>
        <p:spPr>
          <a:xfrm>
            <a:off x="304800" y="6015526"/>
            <a:ext cx="11582400"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22" name="Text Placeholder 5">
            <a:extLst>
              <a:ext uri="{FF2B5EF4-FFF2-40B4-BE49-F238E27FC236}">
                <a16:creationId xmlns:a16="http://schemas.microsoft.com/office/drawing/2014/main" id="{CC9A40B8-424D-910F-B3DA-3D951852F31D}"/>
              </a:ext>
            </a:extLst>
          </p:cNvPr>
          <p:cNvSpPr>
            <a:spLocks noGrp="1"/>
          </p:cNvSpPr>
          <p:nvPr>
            <p:ph type="body" sz="quarter" idx="21" hasCustomPrompt="1"/>
          </p:nvPr>
        </p:nvSpPr>
        <p:spPr>
          <a:xfrm>
            <a:off x="304800" y="1360082"/>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6" name="Text Placeholder 8">
            <a:extLst>
              <a:ext uri="{FF2B5EF4-FFF2-40B4-BE49-F238E27FC236}">
                <a16:creationId xmlns:a16="http://schemas.microsoft.com/office/drawing/2014/main" id="{A7CDA51E-B10C-59C7-7F2D-CB212274C342}"/>
              </a:ext>
            </a:extLst>
          </p:cNvPr>
          <p:cNvSpPr>
            <a:spLocks noGrp="1"/>
          </p:cNvSpPr>
          <p:nvPr>
            <p:ph type="body" sz="quarter" idx="16" hasCustomPrompt="1"/>
          </p:nvPr>
        </p:nvSpPr>
        <p:spPr>
          <a:xfrm>
            <a:off x="304800" y="852147"/>
            <a:ext cx="11578228" cy="307777"/>
          </a:xfrm>
          <a:prstGeom prst="rect">
            <a:avLst/>
          </a:prstGeom>
        </p:spPr>
        <p:txBody>
          <a:bodyPr wrap="square"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27" name="Straight Connector 26">
            <a:extLst>
              <a:ext uri="{FF2B5EF4-FFF2-40B4-BE49-F238E27FC236}">
                <a16:creationId xmlns:a16="http://schemas.microsoft.com/office/drawing/2014/main" id="{213CB70B-9FDC-B0EC-1DA6-CEFBB7424D3F}"/>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3A2E2E1-7AC5-5FEA-B7CB-ADDCCA5BFE93}"/>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0DD68DF-1DA3-AEE0-B0CA-9105A9A75D19}"/>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21" name="Text Placeholder 5">
            <a:extLst>
              <a:ext uri="{FF2B5EF4-FFF2-40B4-BE49-F238E27FC236}">
                <a16:creationId xmlns:a16="http://schemas.microsoft.com/office/drawing/2014/main" id="{7B99CA00-7513-37CF-A34B-80F2FD736867}"/>
              </a:ext>
            </a:extLst>
          </p:cNvPr>
          <p:cNvSpPr>
            <a:spLocks noGrp="1"/>
          </p:cNvSpPr>
          <p:nvPr>
            <p:ph type="body" sz="quarter" idx="12" hasCustomPrompt="1"/>
          </p:nvPr>
        </p:nvSpPr>
        <p:spPr>
          <a:xfrm>
            <a:off x="304800" y="305089"/>
            <a:ext cx="7623663" cy="336506"/>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Tree>
    <p:extLst>
      <p:ext uri="{BB962C8B-B14F-4D97-AF65-F5344CB8AC3E}">
        <p14:creationId xmlns:p14="http://schemas.microsoft.com/office/powerpoint/2010/main" val="23626913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Top Quadrants + 4 Bottom Quadrants [varia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257297" y="1263626"/>
            <a:ext cx="8631936"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7494341-A564-02FA-C6CD-DC82BBAFEB2F}"/>
              </a:ext>
            </a:extLst>
          </p:cNvPr>
          <p:cNvCxnSpPr>
            <a:cxnSpLocks/>
          </p:cNvCxnSpPr>
          <p:nvPr userDrawn="1"/>
        </p:nvCxnSpPr>
        <p:spPr>
          <a:xfrm>
            <a:off x="30480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C37E261-6F16-1005-ED7C-741EDA98E344}"/>
              </a:ext>
            </a:extLst>
          </p:cNvPr>
          <p:cNvCxnSpPr>
            <a:cxnSpLocks/>
          </p:cNvCxnSpPr>
          <p:nvPr userDrawn="1"/>
        </p:nvCxnSpPr>
        <p:spPr>
          <a:xfrm>
            <a:off x="3257297"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993E9C-4390-FE9B-8285-189ABFBF7E2F}"/>
              </a:ext>
            </a:extLst>
          </p:cNvPr>
          <p:cNvCxnSpPr>
            <a:cxnSpLocks/>
          </p:cNvCxnSpPr>
          <p:nvPr userDrawn="1"/>
        </p:nvCxnSpPr>
        <p:spPr>
          <a:xfrm>
            <a:off x="6209794"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DC52F91-E9FC-49E3-DD64-B80E4CF75827}"/>
              </a:ext>
            </a:extLst>
          </p:cNvPr>
          <p:cNvCxnSpPr>
            <a:cxnSpLocks/>
          </p:cNvCxnSpPr>
          <p:nvPr userDrawn="1"/>
        </p:nvCxnSpPr>
        <p:spPr>
          <a:xfrm>
            <a:off x="916229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0DA0488-F1E2-F40E-4F2F-85BA45C90680}"/>
              </a:ext>
            </a:extLst>
          </p:cNvPr>
          <p:cNvCxnSpPr>
            <a:cxnSpLocks/>
          </p:cNvCxnSpPr>
          <p:nvPr userDrawn="1"/>
        </p:nvCxnSpPr>
        <p:spPr>
          <a:xfrm>
            <a:off x="304800" y="1263626"/>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9FAF7EA2-79AB-5941-483D-B9BE73B74320}"/>
              </a:ext>
            </a:extLst>
          </p:cNvPr>
          <p:cNvSpPr>
            <a:spLocks noGrp="1"/>
          </p:cNvSpPr>
          <p:nvPr>
            <p:ph type="body" sz="quarter" idx="13" hasCustomPrompt="1"/>
          </p:nvPr>
        </p:nvSpPr>
        <p:spPr>
          <a:xfrm>
            <a:off x="306831" y="6015526"/>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7" name="Text Placeholder 5">
            <a:extLst>
              <a:ext uri="{FF2B5EF4-FFF2-40B4-BE49-F238E27FC236}">
                <a16:creationId xmlns:a16="http://schemas.microsoft.com/office/drawing/2014/main" id="{42E80DA6-DF8F-F2F4-A4D3-8AC9C65B929C}"/>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9" name="Straight Connector 8">
            <a:extLst>
              <a:ext uri="{FF2B5EF4-FFF2-40B4-BE49-F238E27FC236}">
                <a16:creationId xmlns:a16="http://schemas.microsoft.com/office/drawing/2014/main" id="{1DDF9D3A-F865-57F1-1C9B-8FB0E65EF91B}"/>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195AA17-96A3-3012-55BA-D4D8E5AD245E}"/>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EB898A5D-845C-749A-7407-3A907FE604F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8" name="Text Placeholder 5">
            <a:extLst>
              <a:ext uri="{FF2B5EF4-FFF2-40B4-BE49-F238E27FC236}">
                <a16:creationId xmlns:a16="http://schemas.microsoft.com/office/drawing/2014/main" id="{D291A29D-FF9F-915D-BD03-4D46732519BD}"/>
              </a:ext>
            </a:extLst>
          </p:cNvPr>
          <p:cNvSpPr>
            <a:spLocks noGrp="1"/>
          </p:cNvSpPr>
          <p:nvPr>
            <p:ph type="body" sz="quarter" idx="19" hasCustomPrompt="1"/>
          </p:nvPr>
        </p:nvSpPr>
        <p:spPr>
          <a:xfrm>
            <a:off x="304800" y="852146"/>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1" name="Text Placeholder 5">
            <a:extLst>
              <a:ext uri="{FF2B5EF4-FFF2-40B4-BE49-F238E27FC236}">
                <a16:creationId xmlns:a16="http://schemas.microsoft.com/office/drawing/2014/main" id="{5E6F8EBE-3481-F8D6-E16E-BCCC747EF1FF}"/>
              </a:ext>
            </a:extLst>
          </p:cNvPr>
          <p:cNvSpPr>
            <a:spLocks noGrp="1"/>
          </p:cNvSpPr>
          <p:nvPr>
            <p:ph type="body" sz="quarter" idx="20" hasCustomPrompt="1"/>
          </p:nvPr>
        </p:nvSpPr>
        <p:spPr>
          <a:xfrm>
            <a:off x="3257297" y="852146"/>
            <a:ext cx="8631936"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2" name="Text Placeholder 5">
            <a:extLst>
              <a:ext uri="{FF2B5EF4-FFF2-40B4-BE49-F238E27FC236}">
                <a16:creationId xmlns:a16="http://schemas.microsoft.com/office/drawing/2014/main" id="{44C9B180-256C-89FF-2F65-92E5185990A9}"/>
              </a:ext>
            </a:extLst>
          </p:cNvPr>
          <p:cNvSpPr>
            <a:spLocks noGrp="1"/>
          </p:cNvSpPr>
          <p:nvPr>
            <p:ph type="body" sz="quarter" idx="21" hasCustomPrompt="1"/>
          </p:nvPr>
        </p:nvSpPr>
        <p:spPr>
          <a:xfrm>
            <a:off x="304800"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3" name="Text Placeholder 5">
            <a:extLst>
              <a:ext uri="{FF2B5EF4-FFF2-40B4-BE49-F238E27FC236}">
                <a16:creationId xmlns:a16="http://schemas.microsoft.com/office/drawing/2014/main" id="{9E723C78-6672-7D61-D785-8785BDD56664}"/>
              </a:ext>
            </a:extLst>
          </p:cNvPr>
          <p:cNvSpPr>
            <a:spLocks noGrp="1"/>
          </p:cNvSpPr>
          <p:nvPr>
            <p:ph type="body" sz="quarter" idx="22" hasCustomPrompt="1"/>
          </p:nvPr>
        </p:nvSpPr>
        <p:spPr>
          <a:xfrm>
            <a:off x="3257297"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4" name="Text Placeholder 5">
            <a:extLst>
              <a:ext uri="{FF2B5EF4-FFF2-40B4-BE49-F238E27FC236}">
                <a16:creationId xmlns:a16="http://schemas.microsoft.com/office/drawing/2014/main" id="{FDEB197E-957D-43DE-D9AE-AB1E3E9E912E}"/>
              </a:ext>
            </a:extLst>
          </p:cNvPr>
          <p:cNvSpPr>
            <a:spLocks noGrp="1"/>
          </p:cNvSpPr>
          <p:nvPr>
            <p:ph type="body" sz="quarter" idx="23" hasCustomPrompt="1"/>
          </p:nvPr>
        </p:nvSpPr>
        <p:spPr>
          <a:xfrm>
            <a:off x="6209794"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5" name="Text Placeholder 5">
            <a:extLst>
              <a:ext uri="{FF2B5EF4-FFF2-40B4-BE49-F238E27FC236}">
                <a16:creationId xmlns:a16="http://schemas.microsoft.com/office/drawing/2014/main" id="{1322EDF7-25EB-5157-BCC2-3AD50568EB91}"/>
              </a:ext>
            </a:extLst>
          </p:cNvPr>
          <p:cNvSpPr>
            <a:spLocks noGrp="1"/>
          </p:cNvSpPr>
          <p:nvPr>
            <p:ph type="body" sz="quarter" idx="24" hasCustomPrompt="1"/>
          </p:nvPr>
        </p:nvSpPr>
        <p:spPr>
          <a:xfrm>
            <a:off x="9162290"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Tree>
    <p:extLst>
      <p:ext uri="{BB962C8B-B14F-4D97-AF65-F5344CB8AC3E}">
        <p14:creationId xmlns:p14="http://schemas.microsoft.com/office/powerpoint/2010/main" val="26354279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 Top Quadrants + 4 Bottom Quadrants">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22" name="Straight Arrow Connector 21">
            <a:extLst>
              <a:ext uri="{FF2B5EF4-FFF2-40B4-BE49-F238E27FC236}">
                <a16:creationId xmlns:a16="http://schemas.microsoft.com/office/drawing/2014/main" id="{C0DA0488-F1E2-F40E-4F2F-85BA45C90680}"/>
              </a:ext>
            </a:extLst>
          </p:cNvPr>
          <p:cNvCxnSpPr>
            <a:cxnSpLocks/>
          </p:cNvCxnSpPr>
          <p:nvPr userDrawn="1"/>
        </p:nvCxnSpPr>
        <p:spPr>
          <a:xfrm>
            <a:off x="304800" y="1263626"/>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9912349-4D8B-30BB-DD5E-E658C0FAD2C2}"/>
              </a:ext>
            </a:extLst>
          </p:cNvPr>
          <p:cNvCxnSpPr>
            <a:cxnSpLocks/>
          </p:cNvCxnSpPr>
          <p:nvPr userDrawn="1"/>
        </p:nvCxnSpPr>
        <p:spPr>
          <a:xfrm>
            <a:off x="6208778" y="1263626"/>
            <a:ext cx="5678424"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1060BC2D-6AA5-BECE-A7DE-622DD5B2E1E8}"/>
              </a:ext>
            </a:extLst>
          </p:cNvPr>
          <p:cNvSpPr>
            <a:spLocks noGrp="1"/>
          </p:cNvSpPr>
          <p:nvPr>
            <p:ph type="body" sz="quarter" idx="13" hasCustomPrompt="1"/>
          </p:nvPr>
        </p:nvSpPr>
        <p:spPr>
          <a:xfrm>
            <a:off x="304800" y="6015526"/>
            <a:ext cx="11582400"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8" name="Text Placeholder 5">
            <a:extLst>
              <a:ext uri="{FF2B5EF4-FFF2-40B4-BE49-F238E27FC236}">
                <a16:creationId xmlns:a16="http://schemas.microsoft.com/office/drawing/2014/main" id="{9CA3159C-11DA-A3D6-DBB2-EF855F96955E}"/>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3" name="Straight Connector 12">
            <a:extLst>
              <a:ext uri="{FF2B5EF4-FFF2-40B4-BE49-F238E27FC236}">
                <a16:creationId xmlns:a16="http://schemas.microsoft.com/office/drawing/2014/main" id="{8AAA3DD6-5F16-EA8B-2D62-B84DD48ACB64}"/>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C2327ACB-3DE4-1F95-FE51-7F5CCAC5515B}"/>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AC2092DC-521F-3DDC-8D89-7637588C4197}"/>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cxnSp>
        <p:nvCxnSpPr>
          <p:cNvPr id="5" name="Straight Arrow Connector 4">
            <a:extLst>
              <a:ext uri="{FF2B5EF4-FFF2-40B4-BE49-F238E27FC236}">
                <a16:creationId xmlns:a16="http://schemas.microsoft.com/office/drawing/2014/main" id="{70AA72B1-A590-5ECE-BDCC-E272F343EB57}"/>
              </a:ext>
            </a:extLst>
          </p:cNvPr>
          <p:cNvCxnSpPr>
            <a:cxnSpLocks/>
          </p:cNvCxnSpPr>
          <p:nvPr userDrawn="1"/>
        </p:nvCxnSpPr>
        <p:spPr>
          <a:xfrm>
            <a:off x="30480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F799E08-DB81-1BA0-CE6D-415F380B9D27}"/>
              </a:ext>
            </a:extLst>
          </p:cNvPr>
          <p:cNvCxnSpPr>
            <a:cxnSpLocks/>
          </p:cNvCxnSpPr>
          <p:nvPr userDrawn="1"/>
        </p:nvCxnSpPr>
        <p:spPr>
          <a:xfrm>
            <a:off x="3257297"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6750D16-FBE7-4508-1404-618BB3C64C09}"/>
              </a:ext>
            </a:extLst>
          </p:cNvPr>
          <p:cNvCxnSpPr>
            <a:cxnSpLocks/>
          </p:cNvCxnSpPr>
          <p:nvPr userDrawn="1"/>
        </p:nvCxnSpPr>
        <p:spPr>
          <a:xfrm>
            <a:off x="6209794"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3AA13B5-2416-6C60-1E3B-FC428825AED3}"/>
              </a:ext>
            </a:extLst>
          </p:cNvPr>
          <p:cNvCxnSpPr>
            <a:cxnSpLocks/>
          </p:cNvCxnSpPr>
          <p:nvPr userDrawn="1"/>
        </p:nvCxnSpPr>
        <p:spPr>
          <a:xfrm>
            <a:off x="916229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55E35F-3E04-066D-17CD-A2D6EBD25B58}"/>
              </a:ext>
            </a:extLst>
          </p:cNvPr>
          <p:cNvSpPr>
            <a:spLocks noGrp="1"/>
          </p:cNvSpPr>
          <p:nvPr>
            <p:ph type="body" sz="quarter" idx="19" hasCustomPrompt="1"/>
          </p:nvPr>
        </p:nvSpPr>
        <p:spPr>
          <a:xfrm>
            <a:off x="304800" y="852146"/>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6" name="Text Placeholder 5">
            <a:extLst>
              <a:ext uri="{FF2B5EF4-FFF2-40B4-BE49-F238E27FC236}">
                <a16:creationId xmlns:a16="http://schemas.microsoft.com/office/drawing/2014/main" id="{2ED09AFC-AEAC-B134-BEFE-BF633B34D0D8}"/>
              </a:ext>
            </a:extLst>
          </p:cNvPr>
          <p:cNvSpPr>
            <a:spLocks noGrp="1"/>
          </p:cNvSpPr>
          <p:nvPr>
            <p:ph type="body" sz="quarter" idx="21" hasCustomPrompt="1"/>
          </p:nvPr>
        </p:nvSpPr>
        <p:spPr>
          <a:xfrm>
            <a:off x="304800"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3" name="Text Placeholder 5">
            <a:extLst>
              <a:ext uri="{FF2B5EF4-FFF2-40B4-BE49-F238E27FC236}">
                <a16:creationId xmlns:a16="http://schemas.microsoft.com/office/drawing/2014/main" id="{C2A63BDD-0F9D-564B-E182-7787CE5A9FA6}"/>
              </a:ext>
            </a:extLst>
          </p:cNvPr>
          <p:cNvSpPr>
            <a:spLocks noGrp="1"/>
          </p:cNvSpPr>
          <p:nvPr>
            <p:ph type="body" sz="quarter" idx="22" hasCustomPrompt="1"/>
          </p:nvPr>
        </p:nvSpPr>
        <p:spPr>
          <a:xfrm>
            <a:off x="6208776" y="852146"/>
            <a:ext cx="5678424"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4" name="Text Placeholder 5">
            <a:extLst>
              <a:ext uri="{FF2B5EF4-FFF2-40B4-BE49-F238E27FC236}">
                <a16:creationId xmlns:a16="http://schemas.microsoft.com/office/drawing/2014/main" id="{583339B3-B19B-78CB-8889-0E9FB52CE780}"/>
              </a:ext>
            </a:extLst>
          </p:cNvPr>
          <p:cNvSpPr>
            <a:spLocks noGrp="1"/>
          </p:cNvSpPr>
          <p:nvPr>
            <p:ph type="body" sz="quarter" idx="23" hasCustomPrompt="1"/>
          </p:nvPr>
        </p:nvSpPr>
        <p:spPr>
          <a:xfrm>
            <a:off x="3257297"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5" name="Text Placeholder 5">
            <a:extLst>
              <a:ext uri="{FF2B5EF4-FFF2-40B4-BE49-F238E27FC236}">
                <a16:creationId xmlns:a16="http://schemas.microsoft.com/office/drawing/2014/main" id="{9EBBB350-655F-1976-DD22-E7455C39C10A}"/>
              </a:ext>
            </a:extLst>
          </p:cNvPr>
          <p:cNvSpPr>
            <a:spLocks noGrp="1"/>
          </p:cNvSpPr>
          <p:nvPr>
            <p:ph type="body" sz="quarter" idx="24" hasCustomPrompt="1"/>
          </p:nvPr>
        </p:nvSpPr>
        <p:spPr>
          <a:xfrm>
            <a:off x="6209794"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26" name="Text Placeholder 5">
            <a:extLst>
              <a:ext uri="{FF2B5EF4-FFF2-40B4-BE49-F238E27FC236}">
                <a16:creationId xmlns:a16="http://schemas.microsoft.com/office/drawing/2014/main" id="{84DD906B-AE3B-8A23-97F3-8FC03E202110}"/>
              </a:ext>
            </a:extLst>
          </p:cNvPr>
          <p:cNvSpPr>
            <a:spLocks noGrp="1"/>
          </p:cNvSpPr>
          <p:nvPr>
            <p:ph type="body" sz="quarter" idx="25" hasCustomPrompt="1"/>
          </p:nvPr>
        </p:nvSpPr>
        <p:spPr>
          <a:xfrm>
            <a:off x="9162290"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Tree>
    <p:extLst>
      <p:ext uri="{BB962C8B-B14F-4D97-AF65-F5344CB8AC3E}">
        <p14:creationId xmlns:p14="http://schemas.microsoft.com/office/powerpoint/2010/main" val="19993285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 Top Quadrants + 4 Bottom Quadrants + Secondary titl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255266" y="1771562"/>
            <a:ext cx="8631936"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7494341-A564-02FA-C6CD-DC82BBAFEB2F}"/>
              </a:ext>
            </a:extLst>
          </p:cNvPr>
          <p:cNvCxnSpPr>
            <a:cxnSpLocks/>
          </p:cNvCxnSpPr>
          <p:nvPr userDrawn="1"/>
        </p:nvCxnSpPr>
        <p:spPr>
          <a:xfrm>
            <a:off x="30480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C37E261-6F16-1005-ED7C-741EDA98E344}"/>
              </a:ext>
            </a:extLst>
          </p:cNvPr>
          <p:cNvCxnSpPr>
            <a:cxnSpLocks/>
          </p:cNvCxnSpPr>
          <p:nvPr userDrawn="1"/>
        </p:nvCxnSpPr>
        <p:spPr>
          <a:xfrm>
            <a:off x="3257297"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993E9C-4390-FE9B-8285-189ABFBF7E2F}"/>
              </a:ext>
            </a:extLst>
          </p:cNvPr>
          <p:cNvCxnSpPr>
            <a:cxnSpLocks/>
          </p:cNvCxnSpPr>
          <p:nvPr userDrawn="1"/>
        </p:nvCxnSpPr>
        <p:spPr>
          <a:xfrm>
            <a:off x="6209794"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DC52F91-E9FC-49E3-DD64-B80E4CF75827}"/>
              </a:ext>
            </a:extLst>
          </p:cNvPr>
          <p:cNvCxnSpPr>
            <a:cxnSpLocks/>
          </p:cNvCxnSpPr>
          <p:nvPr userDrawn="1"/>
        </p:nvCxnSpPr>
        <p:spPr>
          <a:xfrm>
            <a:off x="9162290" y="3840480"/>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0DA0488-F1E2-F40E-4F2F-85BA45C90680}"/>
              </a:ext>
            </a:extLst>
          </p:cNvPr>
          <p:cNvCxnSpPr>
            <a:cxnSpLocks/>
          </p:cNvCxnSpPr>
          <p:nvPr userDrawn="1"/>
        </p:nvCxnSpPr>
        <p:spPr>
          <a:xfrm>
            <a:off x="304800" y="1771562"/>
            <a:ext cx="272491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6" name="Text Placeholder 9">
            <a:extLst>
              <a:ext uri="{FF2B5EF4-FFF2-40B4-BE49-F238E27FC236}">
                <a16:creationId xmlns:a16="http://schemas.microsoft.com/office/drawing/2014/main" id="{8ADCD990-EC38-7005-4168-7DFE6A0375A7}"/>
              </a:ext>
            </a:extLst>
          </p:cNvPr>
          <p:cNvSpPr>
            <a:spLocks noGrp="1"/>
          </p:cNvSpPr>
          <p:nvPr>
            <p:ph type="body" sz="quarter" idx="13" hasCustomPrompt="1"/>
          </p:nvPr>
        </p:nvSpPr>
        <p:spPr>
          <a:xfrm>
            <a:off x="304800" y="6015526"/>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7" name="Text Placeholder 5">
            <a:extLst>
              <a:ext uri="{FF2B5EF4-FFF2-40B4-BE49-F238E27FC236}">
                <a16:creationId xmlns:a16="http://schemas.microsoft.com/office/drawing/2014/main" id="{6258E4FB-DC9A-E01B-48E3-6D69D2FFF2F4}"/>
              </a:ext>
            </a:extLst>
          </p:cNvPr>
          <p:cNvSpPr>
            <a:spLocks noGrp="1"/>
          </p:cNvSpPr>
          <p:nvPr>
            <p:ph type="body" sz="quarter" idx="12" hasCustomPrompt="1"/>
          </p:nvPr>
        </p:nvSpPr>
        <p:spPr>
          <a:xfrm>
            <a:off x="304800" y="305088"/>
            <a:ext cx="7623663" cy="337031"/>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11" name="Text Placeholder 8">
            <a:extLst>
              <a:ext uri="{FF2B5EF4-FFF2-40B4-BE49-F238E27FC236}">
                <a16:creationId xmlns:a16="http://schemas.microsoft.com/office/drawing/2014/main" id="{2491EF9B-430D-0AEB-C646-9E1F9FAD85C2}"/>
              </a:ext>
            </a:extLst>
          </p:cNvPr>
          <p:cNvSpPr>
            <a:spLocks noGrp="1"/>
          </p:cNvSpPr>
          <p:nvPr>
            <p:ph type="body" sz="quarter" idx="16" hasCustomPrompt="1"/>
          </p:nvPr>
        </p:nvSpPr>
        <p:spPr>
          <a:xfrm>
            <a:off x="304800" y="852146"/>
            <a:ext cx="11588750" cy="307777"/>
          </a:xfrm>
          <a:prstGeom prst="rect">
            <a:avLst/>
          </a:prstGeom>
        </p:spPr>
        <p:txBody>
          <a:bodyPr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12" name="Straight Connector 11">
            <a:extLst>
              <a:ext uri="{FF2B5EF4-FFF2-40B4-BE49-F238E27FC236}">
                <a16:creationId xmlns:a16="http://schemas.microsoft.com/office/drawing/2014/main" id="{FDBEE450-9314-ED5B-B591-AE54512E141E}"/>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232B5F16-F94F-A17E-FCDC-A611C0BE89F3}"/>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1E4B961E-2958-10FC-95AF-14EC46A00B49}"/>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5" name="Text Placeholder 5">
            <a:extLst>
              <a:ext uri="{FF2B5EF4-FFF2-40B4-BE49-F238E27FC236}">
                <a16:creationId xmlns:a16="http://schemas.microsoft.com/office/drawing/2014/main" id="{5929D326-EE8B-F49E-99AF-E3E045DD2ABE}"/>
              </a:ext>
            </a:extLst>
          </p:cNvPr>
          <p:cNvSpPr>
            <a:spLocks noGrp="1"/>
          </p:cNvSpPr>
          <p:nvPr>
            <p:ph type="body" sz="quarter" idx="17" hasCustomPrompt="1"/>
          </p:nvPr>
        </p:nvSpPr>
        <p:spPr>
          <a:xfrm>
            <a:off x="304800" y="1360082"/>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8" name="Text Placeholder 5">
            <a:extLst>
              <a:ext uri="{FF2B5EF4-FFF2-40B4-BE49-F238E27FC236}">
                <a16:creationId xmlns:a16="http://schemas.microsoft.com/office/drawing/2014/main" id="{6AF19119-1A20-6BE1-3DDB-E560030F139A}"/>
              </a:ext>
            </a:extLst>
          </p:cNvPr>
          <p:cNvSpPr>
            <a:spLocks noGrp="1"/>
          </p:cNvSpPr>
          <p:nvPr>
            <p:ph type="body" sz="quarter" idx="18" hasCustomPrompt="1"/>
          </p:nvPr>
        </p:nvSpPr>
        <p:spPr>
          <a:xfrm>
            <a:off x="3255266" y="1360082"/>
            <a:ext cx="8631936"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3" name="Text Placeholder 5">
            <a:extLst>
              <a:ext uri="{FF2B5EF4-FFF2-40B4-BE49-F238E27FC236}">
                <a16:creationId xmlns:a16="http://schemas.microsoft.com/office/drawing/2014/main" id="{329E88CF-AF56-F943-00B1-96EB5B81BD79}"/>
              </a:ext>
            </a:extLst>
          </p:cNvPr>
          <p:cNvSpPr>
            <a:spLocks noGrp="1"/>
          </p:cNvSpPr>
          <p:nvPr>
            <p:ph type="body" sz="quarter" idx="21" hasCustomPrompt="1"/>
          </p:nvPr>
        </p:nvSpPr>
        <p:spPr>
          <a:xfrm>
            <a:off x="304800"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4" name="Text Placeholder 5">
            <a:extLst>
              <a:ext uri="{FF2B5EF4-FFF2-40B4-BE49-F238E27FC236}">
                <a16:creationId xmlns:a16="http://schemas.microsoft.com/office/drawing/2014/main" id="{1A950074-6863-52DC-5F67-D7198868BC21}"/>
              </a:ext>
            </a:extLst>
          </p:cNvPr>
          <p:cNvSpPr>
            <a:spLocks noGrp="1"/>
          </p:cNvSpPr>
          <p:nvPr>
            <p:ph type="body" sz="quarter" idx="22" hasCustomPrompt="1"/>
          </p:nvPr>
        </p:nvSpPr>
        <p:spPr>
          <a:xfrm>
            <a:off x="3257297"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5" name="Text Placeholder 5">
            <a:extLst>
              <a:ext uri="{FF2B5EF4-FFF2-40B4-BE49-F238E27FC236}">
                <a16:creationId xmlns:a16="http://schemas.microsoft.com/office/drawing/2014/main" id="{8704DA13-4174-0368-65E8-07F27B1448AE}"/>
              </a:ext>
            </a:extLst>
          </p:cNvPr>
          <p:cNvSpPr>
            <a:spLocks noGrp="1"/>
          </p:cNvSpPr>
          <p:nvPr>
            <p:ph type="body" sz="quarter" idx="23" hasCustomPrompt="1"/>
          </p:nvPr>
        </p:nvSpPr>
        <p:spPr>
          <a:xfrm>
            <a:off x="6209794"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
        <p:nvSpPr>
          <p:cNvPr id="16" name="Text Placeholder 5">
            <a:extLst>
              <a:ext uri="{FF2B5EF4-FFF2-40B4-BE49-F238E27FC236}">
                <a16:creationId xmlns:a16="http://schemas.microsoft.com/office/drawing/2014/main" id="{F7537B4F-5666-4951-917B-C4152C7B9A05}"/>
              </a:ext>
            </a:extLst>
          </p:cNvPr>
          <p:cNvSpPr>
            <a:spLocks noGrp="1"/>
          </p:cNvSpPr>
          <p:nvPr>
            <p:ph type="body" sz="quarter" idx="24" hasCustomPrompt="1"/>
          </p:nvPr>
        </p:nvSpPr>
        <p:spPr>
          <a:xfrm>
            <a:off x="9162290" y="3429000"/>
            <a:ext cx="2724912" cy="411480"/>
          </a:xfrm>
          <a:prstGeom prst="rect">
            <a:avLst/>
          </a:prstGeom>
        </p:spPr>
        <p:txBody>
          <a:bodyPr lIns="0" tIns="0" rIns="0" bIns="0"/>
          <a:lstStyle>
            <a:lvl1pPr marL="0" indent="0">
              <a:buNone/>
              <a:defRPr sz="1200">
                <a:latin typeface="+mj-lt"/>
              </a:defRPr>
            </a:lvl1pPr>
            <a:lvl2pPr indent="0">
              <a:buNone/>
              <a:defRPr/>
            </a:lvl2pPr>
            <a:lvl3pPr indent="0">
              <a:buNone/>
              <a:defRPr/>
            </a:lvl3pPr>
            <a:lvl4pPr indent="0">
              <a:buNone/>
              <a:defRPr/>
            </a:lvl4pPr>
            <a:lvl5pPr indent="0">
              <a:buNone/>
              <a:defRPr/>
            </a:lvl5pPr>
          </a:lstStyle>
          <a:p>
            <a:pPr lvl="0"/>
            <a:r>
              <a:rPr lang="en-US" dirty="0"/>
              <a:t>Type key takeaway here — max two lines if space allows</a:t>
            </a:r>
          </a:p>
        </p:txBody>
      </p:sp>
    </p:spTree>
    <p:extLst>
      <p:ext uri="{BB962C8B-B14F-4D97-AF65-F5344CB8AC3E}">
        <p14:creationId xmlns:p14="http://schemas.microsoft.com/office/powerpoint/2010/main" val="85424120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 Quadrant Slid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0" name="Straight Arrow Connector 9">
            <a:extLst>
              <a:ext uri="{FF2B5EF4-FFF2-40B4-BE49-F238E27FC236}">
                <a16:creationId xmlns:a16="http://schemas.microsoft.com/office/drawing/2014/main" id="{B0A7D84D-F27B-B463-459E-E48279F0959F}"/>
              </a:ext>
            </a:extLst>
          </p:cNvPr>
          <p:cNvCxnSpPr>
            <a:cxnSpLocks/>
          </p:cNvCxnSpPr>
          <p:nvPr userDrawn="1"/>
        </p:nvCxnSpPr>
        <p:spPr>
          <a:xfrm>
            <a:off x="304800" y="315945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063204B-4EDE-F657-8E97-D5772DA6C7EF}"/>
              </a:ext>
            </a:extLst>
          </p:cNvPr>
          <p:cNvCxnSpPr>
            <a:cxnSpLocks/>
          </p:cNvCxnSpPr>
          <p:nvPr userDrawn="1"/>
        </p:nvCxnSpPr>
        <p:spPr>
          <a:xfrm>
            <a:off x="4244340" y="315945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20ADA71-ECFB-5EE9-FC2B-748A68697ACA}"/>
              </a:ext>
            </a:extLst>
          </p:cNvPr>
          <p:cNvCxnSpPr>
            <a:cxnSpLocks/>
          </p:cNvCxnSpPr>
          <p:nvPr userDrawn="1"/>
        </p:nvCxnSpPr>
        <p:spPr>
          <a:xfrm>
            <a:off x="8183880" y="315945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B849A49-56F7-F375-E2E2-E0840DB2F4B2}"/>
              </a:ext>
            </a:extLst>
          </p:cNvPr>
          <p:cNvCxnSpPr>
            <a:cxnSpLocks/>
          </p:cNvCxnSpPr>
          <p:nvPr userDrawn="1"/>
        </p:nvCxnSpPr>
        <p:spPr>
          <a:xfrm flipH="1">
            <a:off x="4125906" y="839337"/>
            <a:ext cx="648"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98C8A36-D50B-2644-9739-9EFDE1AA7091}"/>
              </a:ext>
            </a:extLst>
          </p:cNvPr>
          <p:cNvCxnSpPr>
            <a:cxnSpLocks/>
          </p:cNvCxnSpPr>
          <p:nvPr userDrawn="1"/>
        </p:nvCxnSpPr>
        <p:spPr>
          <a:xfrm>
            <a:off x="4125906" y="3273756"/>
            <a:ext cx="648"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ED10F8F-2C59-DAE6-628B-8E9B3C7ADFAA}"/>
              </a:ext>
            </a:extLst>
          </p:cNvPr>
          <p:cNvCxnSpPr>
            <a:cxnSpLocks/>
          </p:cNvCxnSpPr>
          <p:nvPr userDrawn="1"/>
        </p:nvCxnSpPr>
        <p:spPr>
          <a:xfrm>
            <a:off x="8065770" y="839337"/>
            <a:ext cx="0"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2E4C806-F263-ECDA-D340-A7AEDE1A403A}"/>
              </a:ext>
            </a:extLst>
          </p:cNvPr>
          <p:cNvCxnSpPr>
            <a:cxnSpLocks/>
          </p:cNvCxnSpPr>
          <p:nvPr userDrawn="1"/>
        </p:nvCxnSpPr>
        <p:spPr>
          <a:xfrm>
            <a:off x="8065770" y="3273756"/>
            <a:ext cx="0" cy="220370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8" name="Text Placeholder 9">
            <a:extLst>
              <a:ext uri="{FF2B5EF4-FFF2-40B4-BE49-F238E27FC236}">
                <a16:creationId xmlns:a16="http://schemas.microsoft.com/office/drawing/2014/main" id="{561F0C89-DFBD-00BB-DF7F-42F241AA85DD}"/>
              </a:ext>
            </a:extLst>
          </p:cNvPr>
          <p:cNvSpPr>
            <a:spLocks noGrp="1"/>
          </p:cNvSpPr>
          <p:nvPr>
            <p:ph type="body" sz="quarter" idx="13" hasCustomPrompt="1"/>
          </p:nvPr>
        </p:nvSpPr>
        <p:spPr>
          <a:xfrm>
            <a:off x="304800" y="6015526"/>
            <a:ext cx="11582400"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9" name="Text Placeholder 5">
            <a:extLst>
              <a:ext uri="{FF2B5EF4-FFF2-40B4-BE49-F238E27FC236}">
                <a16:creationId xmlns:a16="http://schemas.microsoft.com/office/drawing/2014/main" id="{A308E3CA-35E3-E1C9-8C2F-62791A02F2C9}"/>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5" name="Straight Connector 14">
            <a:extLst>
              <a:ext uri="{FF2B5EF4-FFF2-40B4-BE49-F238E27FC236}">
                <a16:creationId xmlns:a16="http://schemas.microsoft.com/office/drawing/2014/main" id="{C0B1F9E4-F528-EB98-7920-D7DB07C0E2A8}"/>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CDC65031-AAFE-C4B9-CE13-F68942B38940}"/>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Footer Placeholder 3">
            <a:extLst>
              <a:ext uri="{FF2B5EF4-FFF2-40B4-BE49-F238E27FC236}">
                <a16:creationId xmlns:a16="http://schemas.microsoft.com/office/drawing/2014/main" id="{3A48337C-EF29-BBC1-7EB9-2D6665CBE6E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79068993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 Quadrant Slide">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D1CF0-7FA3-B4B4-8493-2A3F535242BE}"/>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12" name="Straight Connector 11">
            <a:extLst>
              <a:ext uri="{FF2B5EF4-FFF2-40B4-BE49-F238E27FC236}">
                <a16:creationId xmlns:a16="http://schemas.microsoft.com/office/drawing/2014/main" id="{26ECB603-E4A6-8936-BF64-1DE09C6AD099}"/>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5">
            <a:extLst>
              <a:ext uri="{FF2B5EF4-FFF2-40B4-BE49-F238E27FC236}">
                <a16:creationId xmlns:a16="http://schemas.microsoft.com/office/drawing/2014/main" id="{2D24FE4C-85E1-0084-52BC-F8B2BA7B4AA7}"/>
              </a:ext>
            </a:extLst>
          </p:cNvPr>
          <p:cNvSpPr>
            <a:spLocks noGrp="1"/>
          </p:cNvSpPr>
          <p:nvPr>
            <p:ph type="body" sz="quarter" idx="12" hasCustomPrompt="1"/>
          </p:nvPr>
        </p:nvSpPr>
        <p:spPr>
          <a:xfrm>
            <a:off x="304802"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3" name="Text Placeholder 8">
            <a:extLst>
              <a:ext uri="{FF2B5EF4-FFF2-40B4-BE49-F238E27FC236}">
                <a16:creationId xmlns:a16="http://schemas.microsoft.com/office/drawing/2014/main" id="{3DB9D3C6-FE3F-383C-95B7-6C7928D77190}"/>
              </a:ext>
            </a:extLst>
          </p:cNvPr>
          <p:cNvSpPr>
            <a:spLocks noGrp="1"/>
          </p:cNvSpPr>
          <p:nvPr>
            <p:ph type="body" sz="quarter" idx="16" hasCustomPrompt="1"/>
          </p:nvPr>
        </p:nvSpPr>
        <p:spPr>
          <a:xfrm>
            <a:off x="304802" y="852146"/>
            <a:ext cx="11588746" cy="307777"/>
          </a:xfrm>
          <a:prstGeom prst="rect">
            <a:avLst/>
          </a:prstGeom>
        </p:spPr>
        <p:txBody>
          <a:bodyPr wrap="square" lIns="0" tIns="0" rIns="0" bIns="0" anchor="t">
            <a:spAutoFit/>
          </a:bodyPr>
          <a:lstStyle>
            <a:lvl1pPr marL="0">
              <a:lnSpc>
                <a:spcPct val="100000"/>
              </a:lnSpc>
              <a:buNone/>
              <a:defRPr sz="2000">
                <a:solidFill>
                  <a:schemeClr val="accent5"/>
                </a:solidFill>
                <a:latin typeface="+mj-lt"/>
              </a:defRPr>
            </a:lvl1pPr>
            <a:lvl2pPr>
              <a:buNone/>
              <a:defRPr/>
            </a:lvl2pPr>
            <a:lvl3pPr>
              <a:buNone/>
              <a:defRPr/>
            </a:lvl3pPr>
            <a:lvl4pPr>
              <a:buNone/>
              <a:defRPr/>
            </a:lvl4pPr>
            <a:lvl5pPr>
              <a:buNone/>
              <a:defRPr/>
            </a:lvl5pPr>
          </a:lstStyle>
          <a:p>
            <a:pPr lvl="0"/>
            <a:r>
              <a:rPr lang="en-US" dirty="0"/>
              <a:t>Type subtitle here — keep to one line; delete if not needed</a:t>
            </a:r>
          </a:p>
        </p:txBody>
      </p:sp>
      <p:cxnSp>
        <p:nvCxnSpPr>
          <p:cNvPr id="5" name="Straight Connector 4">
            <a:extLst>
              <a:ext uri="{FF2B5EF4-FFF2-40B4-BE49-F238E27FC236}">
                <a16:creationId xmlns:a16="http://schemas.microsoft.com/office/drawing/2014/main" id="{DD83C53F-3931-3034-2884-C7D69B66685B}"/>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BCCBBC0-EB88-1C29-EE7C-E7E1244E180D}"/>
              </a:ext>
            </a:extLst>
          </p:cNvPr>
          <p:cNvCxnSpPr>
            <a:cxnSpLocks/>
          </p:cNvCxnSpPr>
          <p:nvPr userDrawn="1"/>
        </p:nvCxnSpPr>
        <p:spPr>
          <a:xfrm>
            <a:off x="4126231" y="2770337"/>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B36808C-73D1-CBF7-3A76-98A689F92B94}"/>
              </a:ext>
            </a:extLst>
          </p:cNvPr>
          <p:cNvCxnSpPr>
            <a:cxnSpLocks/>
          </p:cNvCxnSpPr>
          <p:nvPr userDrawn="1"/>
        </p:nvCxnSpPr>
        <p:spPr>
          <a:xfrm>
            <a:off x="4126231" y="1270058"/>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C95F144-B268-1BA9-87F1-8EF8B9ABA1DC}"/>
              </a:ext>
            </a:extLst>
          </p:cNvPr>
          <p:cNvCxnSpPr>
            <a:cxnSpLocks/>
          </p:cNvCxnSpPr>
          <p:nvPr userDrawn="1"/>
        </p:nvCxnSpPr>
        <p:spPr>
          <a:xfrm>
            <a:off x="4126231" y="4270616"/>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90F22EC-9CCD-152B-4C9C-E95C704A2BCA}"/>
              </a:ext>
            </a:extLst>
          </p:cNvPr>
          <p:cNvCxnSpPr>
            <a:cxnSpLocks/>
          </p:cNvCxnSpPr>
          <p:nvPr userDrawn="1"/>
        </p:nvCxnSpPr>
        <p:spPr>
          <a:xfrm>
            <a:off x="8065769" y="2770337"/>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9FE63B5-AF2A-F39D-3E73-657212EE67CD}"/>
              </a:ext>
            </a:extLst>
          </p:cNvPr>
          <p:cNvCxnSpPr>
            <a:cxnSpLocks/>
          </p:cNvCxnSpPr>
          <p:nvPr userDrawn="1"/>
        </p:nvCxnSpPr>
        <p:spPr>
          <a:xfrm>
            <a:off x="8065769" y="1270058"/>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884ED46-3C25-4B1F-AC50-2C1FAFD6997D}"/>
              </a:ext>
            </a:extLst>
          </p:cNvPr>
          <p:cNvCxnSpPr>
            <a:cxnSpLocks/>
          </p:cNvCxnSpPr>
          <p:nvPr userDrawn="1"/>
        </p:nvCxnSpPr>
        <p:spPr>
          <a:xfrm>
            <a:off x="8065769" y="4270616"/>
            <a:ext cx="0" cy="1243584"/>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6496010-C944-09EC-881D-5EF7BF93C1F4}"/>
              </a:ext>
            </a:extLst>
          </p:cNvPr>
          <p:cNvGrpSpPr/>
          <p:nvPr userDrawn="1"/>
        </p:nvGrpSpPr>
        <p:grpSpPr>
          <a:xfrm>
            <a:off x="304802" y="2641990"/>
            <a:ext cx="11582396" cy="0"/>
            <a:chOff x="304802" y="2662193"/>
            <a:chExt cx="11582396" cy="0"/>
          </a:xfrm>
        </p:grpSpPr>
        <p:cxnSp>
          <p:nvCxnSpPr>
            <p:cNvPr id="45" name="Straight Arrow Connector 44">
              <a:extLst>
                <a:ext uri="{FF2B5EF4-FFF2-40B4-BE49-F238E27FC236}">
                  <a16:creationId xmlns:a16="http://schemas.microsoft.com/office/drawing/2014/main" id="{EB87DD1C-33BF-7975-1ECE-B1373A17D56D}"/>
                </a:ext>
              </a:extLst>
            </p:cNvPr>
            <p:cNvCxnSpPr>
              <a:cxnSpLocks/>
            </p:cNvCxnSpPr>
            <p:nvPr userDrawn="1"/>
          </p:nvCxnSpPr>
          <p:spPr>
            <a:xfrm>
              <a:off x="304802" y="2662193"/>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439234A-718F-A596-E0EB-C2CCF408AA6C}"/>
                </a:ext>
              </a:extLst>
            </p:cNvPr>
            <p:cNvCxnSpPr>
              <a:cxnSpLocks/>
            </p:cNvCxnSpPr>
            <p:nvPr userDrawn="1"/>
          </p:nvCxnSpPr>
          <p:spPr>
            <a:xfrm>
              <a:off x="4244340" y="2662193"/>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BB456C8-36BA-0A39-3488-3A04FE000038}"/>
                </a:ext>
              </a:extLst>
            </p:cNvPr>
            <p:cNvCxnSpPr>
              <a:cxnSpLocks/>
            </p:cNvCxnSpPr>
            <p:nvPr userDrawn="1"/>
          </p:nvCxnSpPr>
          <p:spPr>
            <a:xfrm>
              <a:off x="8183878" y="2662193"/>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A92A664-D30D-027A-666D-805FBB1CDC52}"/>
              </a:ext>
            </a:extLst>
          </p:cNvPr>
          <p:cNvGrpSpPr/>
          <p:nvPr userDrawn="1"/>
        </p:nvGrpSpPr>
        <p:grpSpPr>
          <a:xfrm>
            <a:off x="304802" y="4142268"/>
            <a:ext cx="11582396" cy="0"/>
            <a:chOff x="304802" y="4226976"/>
            <a:chExt cx="11582396" cy="0"/>
          </a:xfrm>
        </p:grpSpPr>
        <p:cxnSp>
          <p:nvCxnSpPr>
            <p:cNvPr id="46" name="Straight Arrow Connector 45">
              <a:extLst>
                <a:ext uri="{FF2B5EF4-FFF2-40B4-BE49-F238E27FC236}">
                  <a16:creationId xmlns:a16="http://schemas.microsoft.com/office/drawing/2014/main" id="{3DBEC36E-85E5-B465-B1A1-7683349364C3}"/>
                </a:ext>
              </a:extLst>
            </p:cNvPr>
            <p:cNvCxnSpPr>
              <a:cxnSpLocks/>
            </p:cNvCxnSpPr>
            <p:nvPr userDrawn="1"/>
          </p:nvCxnSpPr>
          <p:spPr>
            <a:xfrm>
              <a:off x="304802" y="422697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A4F5584-F5A7-C673-8E4F-CEE4D70CA43A}"/>
                </a:ext>
              </a:extLst>
            </p:cNvPr>
            <p:cNvCxnSpPr>
              <a:cxnSpLocks/>
            </p:cNvCxnSpPr>
            <p:nvPr userDrawn="1"/>
          </p:nvCxnSpPr>
          <p:spPr>
            <a:xfrm>
              <a:off x="4244340" y="422697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CFBE02C-01E0-29BD-154D-DCB2FBFF033D}"/>
                </a:ext>
              </a:extLst>
            </p:cNvPr>
            <p:cNvCxnSpPr>
              <a:cxnSpLocks/>
            </p:cNvCxnSpPr>
            <p:nvPr userDrawn="1"/>
          </p:nvCxnSpPr>
          <p:spPr>
            <a:xfrm>
              <a:off x="8183878" y="4226976"/>
              <a:ext cx="3703320"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grpSp>
      <p:sp>
        <p:nvSpPr>
          <p:cNvPr id="16" name="Text Placeholder 9">
            <a:extLst>
              <a:ext uri="{FF2B5EF4-FFF2-40B4-BE49-F238E27FC236}">
                <a16:creationId xmlns:a16="http://schemas.microsoft.com/office/drawing/2014/main" id="{2E75CAA5-6B1A-AC4A-DA8F-03183C71CC7F}"/>
              </a:ext>
            </a:extLst>
          </p:cNvPr>
          <p:cNvSpPr>
            <a:spLocks noGrp="1"/>
          </p:cNvSpPr>
          <p:nvPr>
            <p:ph type="body" sz="quarter" idx="13" hasCustomPrompt="1"/>
          </p:nvPr>
        </p:nvSpPr>
        <p:spPr>
          <a:xfrm>
            <a:off x="306831" y="6015526"/>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6" name="Footer Placeholder 3">
            <a:extLst>
              <a:ext uri="{FF2B5EF4-FFF2-40B4-BE49-F238E27FC236}">
                <a16:creationId xmlns:a16="http://schemas.microsoft.com/office/drawing/2014/main" id="{01C61DA1-0352-10F8-D2EE-D86366CB5BE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37150384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ase Study Cover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4" name="Straight Arrow Connector 3">
            <a:extLst>
              <a:ext uri="{FF2B5EF4-FFF2-40B4-BE49-F238E27FC236}">
                <a16:creationId xmlns:a16="http://schemas.microsoft.com/office/drawing/2014/main" id="{03921E43-22E4-9F7A-6538-0A09DA0B9754}"/>
              </a:ext>
            </a:extLst>
          </p:cNvPr>
          <p:cNvCxnSpPr>
            <a:cxnSpLocks/>
          </p:cNvCxnSpPr>
          <p:nvPr userDrawn="1"/>
        </p:nvCxnSpPr>
        <p:spPr>
          <a:xfrm>
            <a:off x="3951708" y="2312527"/>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551A300-87B6-6F26-BA07-5355308A2F69}"/>
              </a:ext>
            </a:extLst>
          </p:cNvPr>
          <p:cNvCxnSpPr>
            <a:cxnSpLocks/>
          </p:cNvCxnSpPr>
          <p:nvPr userDrawn="1"/>
        </p:nvCxnSpPr>
        <p:spPr>
          <a:xfrm>
            <a:off x="3951708" y="3899273"/>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D78ACCB-CE18-7093-3B9E-CCB3DEB72569}"/>
              </a:ext>
            </a:extLst>
          </p:cNvPr>
          <p:cNvCxnSpPr>
            <a:cxnSpLocks/>
          </p:cNvCxnSpPr>
          <p:nvPr userDrawn="1"/>
        </p:nvCxnSpPr>
        <p:spPr>
          <a:xfrm>
            <a:off x="3971838" y="5486017"/>
            <a:ext cx="791536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F1FF27C-F710-DD12-5BB5-44785ABF7B44}"/>
              </a:ext>
            </a:extLst>
          </p:cNvPr>
          <p:cNvCxnSpPr>
            <a:cxnSpLocks/>
          </p:cNvCxnSpPr>
          <p:nvPr userDrawn="1"/>
        </p:nvCxnSpPr>
        <p:spPr>
          <a:xfrm flipV="1">
            <a:off x="3232677" y="833354"/>
            <a:ext cx="0" cy="4652663"/>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5" name="Online Image Placeholder 14">
            <a:extLst>
              <a:ext uri="{FF2B5EF4-FFF2-40B4-BE49-F238E27FC236}">
                <a16:creationId xmlns:a16="http://schemas.microsoft.com/office/drawing/2014/main" id="{FCBFC17B-03F9-3E34-0906-7555744B2F4D}"/>
              </a:ext>
            </a:extLst>
          </p:cNvPr>
          <p:cNvSpPr>
            <a:spLocks noGrp="1"/>
          </p:cNvSpPr>
          <p:nvPr>
            <p:ph type="clipArt" sz="quarter" idx="16"/>
          </p:nvPr>
        </p:nvSpPr>
        <p:spPr>
          <a:xfrm>
            <a:off x="304800" y="833354"/>
            <a:ext cx="2076450" cy="2075688"/>
          </a:xfrm>
          <a:prstGeom prst="rect">
            <a:avLst/>
          </a:prstGeom>
        </p:spPr>
        <p:txBody>
          <a:bodyPr/>
          <a:lstStyle/>
          <a:p>
            <a:endParaRPr lang="en-BR"/>
          </a:p>
        </p:txBody>
      </p:sp>
      <p:sp>
        <p:nvSpPr>
          <p:cNvPr id="18" name="Text Placeholder 9">
            <a:extLst>
              <a:ext uri="{FF2B5EF4-FFF2-40B4-BE49-F238E27FC236}">
                <a16:creationId xmlns:a16="http://schemas.microsoft.com/office/drawing/2014/main" id="{D9F92981-CF04-004C-89B7-E8F4F2FCDC15}"/>
              </a:ext>
            </a:extLst>
          </p:cNvPr>
          <p:cNvSpPr>
            <a:spLocks noGrp="1"/>
          </p:cNvSpPr>
          <p:nvPr>
            <p:ph type="body" sz="quarter" idx="14" hasCustomPrompt="1"/>
          </p:nvPr>
        </p:nvSpPr>
        <p:spPr>
          <a:xfrm>
            <a:off x="5408753" y="2420100"/>
            <a:ext cx="2286000" cy="215444"/>
          </a:xfrm>
          <a:prstGeom prst="rect">
            <a:avLst/>
          </a:prstGeom>
        </p:spPr>
        <p:txBody>
          <a:bodyPr lIns="0" tIns="0" rIns="0" bIns="0" anchor="ctr">
            <a:spAutoFit/>
          </a:bodyP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Sixth Street Commitment</a:t>
            </a:r>
            <a:endParaRPr lang="en-BR" baseline="30000" dirty="0"/>
          </a:p>
        </p:txBody>
      </p:sp>
      <p:sp>
        <p:nvSpPr>
          <p:cNvPr id="19" name="Text Placeholder 9">
            <a:extLst>
              <a:ext uri="{FF2B5EF4-FFF2-40B4-BE49-F238E27FC236}">
                <a16:creationId xmlns:a16="http://schemas.microsoft.com/office/drawing/2014/main" id="{E01D3ABC-EDE2-B338-3557-FCB1C4B88B83}"/>
              </a:ext>
            </a:extLst>
          </p:cNvPr>
          <p:cNvSpPr>
            <a:spLocks noGrp="1"/>
          </p:cNvSpPr>
          <p:nvPr>
            <p:ph type="body" sz="quarter" idx="18" hasCustomPrompt="1"/>
          </p:nvPr>
        </p:nvSpPr>
        <p:spPr>
          <a:xfrm>
            <a:off x="5408753" y="833354"/>
            <a:ext cx="2286000" cy="215444"/>
          </a:xfrm>
          <a:prstGeom prst="rect">
            <a:avLst/>
          </a:prstGeom>
        </p:spPr>
        <p:txBody>
          <a:bodyPr lIns="0" tIns="0" rIns="0" bIns="0" anchor="ctr">
            <a:spAutoFit/>
          </a:bodyP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Initial Investment</a:t>
            </a:r>
            <a:endParaRPr lang="en-BR" dirty="0"/>
          </a:p>
        </p:txBody>
      </p:sp>
      <p:sp>
        <p:nvSpPr>
          <p:cNvPr id="20" name="Text Placeholder 9">
            <a:extLst>
              <a:ext uri="{FF2B5EF4-FFF2-40B4-BE49-F238E27FC236}">
                <a16:creationId xmlns:a16="http://schemas.microsoft.com/office/drawing/2014/main" id="{F999843D-AFC5-57A8-EB2E-09C893431B2E}"/>
              </a:ext>
            </a:extLst>
          </p:cNvPr>
          <p:cNvSpPr>
            <a:spLocks noGrp="1"/>
          </p:cNvSpPr>
          <p:nvPr>
            <p:ph type="body" sz="quarter" idx="19" hasCustomPrompt="1"/>
          </p:nvPr>
        </p:nvSpPr>
        <p:spPr>
          <a:xfrm>
            <a:off x="5408753" y="4006846"/>
            <a:ext cx="2286000" cy="215444"/>
          </a:xfrm>
          <a:prstGeom prst="rect">
            <a:avLst/>
          </a:prstGeom>
        </p:spPr>
        <p:txBody>
          <a:bodyPr wrap="square" lIns="0" tIns="0" rIns="0" bIns="0" anchor="ctr">
            <a:spAutoFit/>
          </a:bodyP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Sixth Street Edge</a:t>
            </a:r>
            <a:endParaRPr lang="en-BR" dirty="0"/>
          </a:p>
        </p:txBody>
      </p:sp>
      <p:sp>
        <p:nvSpPr>
          <p:cNvPr id="8" name="Text Placeholder 9">
            <a:extLst>
              <a:ext uri="{FF2B5EF4-FFF2-40B4-BE49-F238E27FC236}">
                <a16:creationId xmlns:a16="http://schemas.microsoft.com/office/drawing/2014/main" id="{E87EB5BC-9B12-65FD-9349-9758B043D3A5}"/>
              </a:ext>
            </a:extLst>
          </p:cNvPr>
          <p:cNvSpPr>
            <a:spLocks noGrp="1"/>
          </p:cNvSpPr>
          <p:nvPr>
            <p:ph type="body" sz="quarter" idx="13" hasCustomPrompt="1"/>
          </p:nvPr>
        </p:nvSpPr>
        <p:spPr>
          <a:xfrm>
            <a:off x="304800" y="6015526"/>
            <a:ext cx="11582400"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
        <p:nvSpPr>
          <p:cNvPr id="9" name="Text Placeholder 5">
            <a:extLst>
              <a:ext uri="{FF2B5EF4-FFF2-40B4-BE49-F238E27FC236}">
                <a16:creationId xmlns:a16="http://schemas.microsoft.com/office/drawing/2014/main" id="{DA7B2804-7194-050A-27C5-DFFEA2BF11EB}"/>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pic>
        <p:nvPicPr>
          <p:cNvPr id="28" name="Online Image Placeholder 17">
            <a:extLst>
              <a:ext uri="{FF2B5EF4-FFF2-40B4-BE49-F238E27FC236}">
                <a16:creationId xmlns:a16="http://schemas.microsoft.com/office/drawing/2014/main" id="{919226AD-378A-A62C-12DA-58B710DDFF0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99452" y="833354"/>
            <a:ext cx="504000" cy="504000"/>
          </a:xfrm>
          <a:prstGeom prst="rect">
            <a:avLst/>
          </a:prstGeom>
        </p:spPr>
      </p:pic>
      <p:pic>
        <p:nvPicPr>
          <p:cNvPr id="29" name="Online Image Placeholder 18">
            <a:extLst>
              <a:ext uri="{FF2B5EF4-FFF2-40B4-BE49-F238E27FC236}">
                <a16:creationId xmlns:a16="http://schemas.microsoft.com/office/drawing/2014/main" id="{8B664884-FF49-684D-C16D-84A0981CACE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998653" y="2420100"/>
            <a:ext cx="505599" cy="505599"/>
          </a:xfrm>
          <a:prstGeom prst="rect">
            <a:avLst/>
          </a:prstGeom>
        </p:spPr>
      </p:pic>
      <p:pic>
        <p:nvPicPr>
          <p:cNvPr id="30" name="Online Image Placeholder 19">
            <a:extLst>
              <a:ext uri="{FF2B5EF4-FFF2-40B4-BE49-F238E27FC236}">
                <a16:creationId xmlns:a16="http://schemas.microsoft.com/office/drawing/2014/main" id="{627AA812-EA43-36AE-A818-2F15726483D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019121" y="4006846"/>
            <a:ext cx="464663" cy="529200"/>
          </a:xfrm>
          <a:prstGeom prst="rect">
            <a:avLst/>
          </a:prstGeom>
        </p:spPr>
      </p:pic>
      <p:cxnSp>
        <p:nvCxnSpPr>
          <p:cNvPr id="31" name="Straight Connector 30">
            <a:extLst>
              <a:ext uri="{FF2B5EF4-FFF2-40B4-BE49-F238E27FC236}">
                <a16:creationId xmlns:a16="http://schemas.microsoft.com/office/drawing/2014/main" id="{49154313-4137-AFDF-DC3B-54E71546FF87}"/>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076BFB62-890D-57E5-DC7C-CABF568F35D2}"/>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C8C79E5-C406-E37C-7E8A-F1DB3C5A1F5E}"/>
              </a:ext>
            </a:extLst>
          </p:cNvPr>
          <p:cNvSpPr>
            <a:spLocks noGrp="1"/>
          </p:cNvSpPr>
          <p:nvPr userDrawn="1">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14" name="Text Placeholder 13">
            <a:extLst>
              <a:ext uri="{FF2B5EF4-FFF2-40B4-BE49-F238E27FC236}">
                <a16:creationId xmlns:a16="http://schemas.microsoft.com/office/drawing/2014/main" id="{5D5C42EA-3ADE-D91E-755F-8A9BA92D4A0A}"/>
              </a:ext>
            </a:extLst>
          </p:cNvPr>
          <p:cNvSpPr>
            <a:spLocks noGrp="1"/>
          </p:cNvSpPr>
          <p:nvPr userDrawn="1">
            <p:ph type="body" sz="quarter" idx="23" hasCustomPrompt="1"/>
          </p:nvPr>
        </p:nvSpPr>
        <p:spPr>
          <a:xfrm>
            <a:off x="304801" y="3495557"/>
            <a:ext cx="2076450" cy="1107996"/>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3">
            <a:extLst>
              <a:ext uri="{FF2B5EF4-FFF2-40B4-BE49-F238E27FC236}">
                <a16:creationId xmlns:a16="http://schemas.microsoft.com/office/drawing/2014/main" id="{D926B2D8-4316-D529-E882-3C39325EF9E9}"/>
              </a:ext>
            </a:extLst>
          </p:cNvPr>
          <p:cNvSpPr>
            <a:spLocks noGrp="1"/>
          </p:cNvSpPr>
          <p:nvPr userDrawn="1">
            <p:ph type="body" sz="quarter" idx="24" hasCustomPrompt="1"/>
          </p:nvPr>
        </p:nvSpPr>
        <p:spPr>
          <a:xfrm>
            <a:off x="8229600" y="833354"/>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13">
            <a:extLst>
              <a:ext uri="{FF2B5EF4-FFF2-40B4-BE49-F238E27FC236}">
                <a16:creationId xmlns:a16="http://schemas.microsoft.com/office/drawing/2014/main" id="{D4E0EB75-E7AE-8579-6C41-BC74F241BC36}"/>
              </a:ext>
            </a:extLst>
          </p:cNvPr>
          <p:cNvSpPr>
            <a:spLocks noGrp="1"/>
          </p:cNvSpPr>
          <p:nvPr userDrawn="1">
            <p:ph type="body" sz="quarter" idx="25" hasCustomPrompt="1"/>
          </p:nvPr>
        </p:nvSpPr>
        <p:spPr>
          <a:xfrm>
            <a:off x="8229600" y="2420100"/>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13">
            <a:extLst>
              <a:ext uri="{FF2B5EF4-FFF2-40B4-BE49-F238E27FC236}">
                <a16:creationId xmlns:a16="http://schemas.microsoft.com/office/drawing/2014/main" id="{00D4F583-78F4-1462-C63E-58A044695D56}"/>
              </a:ext>
            </a:extLst>
          </p:cNvPr>
          <p:cNvSpPr>
            <a:spLocks noGrp="1"/>
          </p:cNvSpPr>
          <p:nvPr userDrawn="1">
            <p:ph type="body" sz="quarter" idx="26" hasCustomPrompt="1"/>
          </p:nvPr>
        </p:nvSpPr>
        <p:spPr>
          <a:xfrm>
            <a:off x="8229600" y="4006846"/>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447921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se Study Cover Slide [Dark]">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FC42EC4-0358-B1AD-55CF-413AEB358F24}"/>
              </a:ext>
            </a:extLst>
          </p:cNvPr>
          <p:cNvSpPr/>
          <p:nvPr userDrawn="1"/>
        </p:nvSpPr>
        <p:spPr>
          <a:xfrm>
            <a:off x="0" y="642119"/>
            <a:ext cx="3239647" cy="49719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15" name="Online Image Placeholder 14">
            <a:extLst>
              <a:ext uri="{FF2B5EF4-FFF2-40B4-BE49-F238E27FC236}">
                <a16:creationId xmlns:a16="http://schemas.microsoft.com/office/drawing/2014/main" id="{FCBFC17B-03F9-3E34-0906-7555744B2F4D}"/>
              </a:ext>
            </a:extLst>
          </p:cNvPr>
          <p:cNvSpPr>
            <a:spLocks noGrp="1"/>
          </p:cNvSpPr>
          <p:nvPr>
            <p:ph type="clipArt" sz="quarter" idx="16"/>
          </p:nvPr>
        </p:nvSpPr>
        <p:spPr>
          <a:xfrm>
            <a:off x="304800" y="833438"/>
            <a:ext cx="2076450" cy="2011930"/>
          </a:xfrm>
          <a:prstGeom prst="rect">
            <a:avLst/>
          </a:prstGeom>
        </p:spPr>
        <p:txBody>
          <a:bodyPr/>
          <a:lstStyle/>
          <a:p>
            <a:endParaRPr lang="en-BR"/>
          </a:p>
        </p:txBody>
      </p:sp>
      <p:sp>
        <p:nvSpPr>
          <p:cNvPr id="9" name="Text Placeholder 9">
            <a:extLst>
              <a:ext uri="{FF2B5EF4-FFF2-40B4-BE49-F238E27FC236}">
                <a16:creationId xmlns:a16="http://schemas.microsoft.com/office/drawing/2014/main" id="{CF684665-7C19-198B-E75D-743E1CD4B79E}"/>
              </a:ext>
            </a:extLst>
          </p:cNvPr>
          <p:cNvSpPr>
            <a:spLocks noGrp="1"/>
          </p:cNvSpPr>
          <p:nvPr>
            <p:ph type="body" sz="quarter" idx="13" hasCustomPrompt="1"/>
          </p:nvPr>
        </p:nvSpPr>
        <p:spPr>
          <a:xfrm>
            <a:off x="304800" y="6015526"/>
            <a:ext cx="11589375"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cxnSp>
        <p:nvCxnSpPr>
          <p:cNvPr id="41" name="Straight Connector 40">
            <a:extLst>
              <a:ext uri="{FF2B5EF4-FFF2-40B4-BE49-F238E27FC236}">
                <a16:creationId xmlns:a16="http://schemas.microsoft.com/office/drawing/2014/main" id="{013353F5-CC7D-C06F-660B-E054035306D8}"/>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DE5ABD5-0989-422E-A3AA-080AC6E9C921}"/>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4B052F5-5605-8A06-40B4-3997614B70E1}"/>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cxnSp>
        <p:nvCxnSpPr>
          <p:cNvPr id="7" name="Straight Arrow Connector 6">
            <a:extLst>
              <a:ext uri="{FF2B5EF4-FFF2-40B4-BE49-F238E27FC236}">
                <a16:creationId xmlns:a16="http://schemas.microsoft.com/office/drawing/2014/main" id="{9F767001-9761-72A6-A554-6CF4F826092B}"/>
              </a:ext>
            </a:extLst>
          </p:cNvPr>
          <p:cNvCxnSpPr>
            <a:cxnSpLocks/>
          </p:cNvCxnSpPr>
          <p:nvPr userDrawn="1"/>
        </p:nvCxnSpPr>
        <p:spPr>
          <a:xfrm>
            <a:off x="3951708" y="2312527"/>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6F890FC-9095-8B53-1BB0-AB2E10A243D3}"/>
              </a:ext>
            </a:extLst>
          </p:cNvPr>
          <p:cNvCxnSpPr>
            <a:cxnSpLocks/>
          </p:cNvCxnSpPr>
          <p:nvPr userDrawn="1"/>
        </p:nvCxnSpPr>
        <p:spPr>
          <a:xfrm>
            <a:off x="3951708" y="3899273"/>
            <a:ext cx="7935492" cy="0"/>
          </a:xfrm>
          <a:prstGeom prst="straightConnector1">
            <a:avLst/>
          </a:prstGeom>
          <a:ln w="3175" cap="flat" cmpd="sng" algn="ctr">
            <a:solidFill>
              <a:schemeClr val="bg1">
                <a:lumMod val="75000"/>
              </a:schemeClr>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C47B6299-EB98-2A31-55E7-0C2C4D9E27ED}"/>
              </a:ext>
            </a:extLst>
          </p:cNvPr>
          <p:cNvSpPr>
            <a:spLocks noGrp="1"/>
          </p:cNvSpPr>
          <p:nvPr>
            <p:ph type="body" sz="quarter" idx="14" hasCustomPrompt="1"/>
          </p:nvPr>
        </p:nvSpPr>
        <p:spPr>
          <a:xfrm>
            <a:off x="5408753" y="2420100"/>
            <a:ext cx="2286000" cy="215444"/>
          </a:xfrm>
          <a:prstGeom prst="rect">
            <a:avLst/>
          </a:prstGeom>
        </p:spPr>
        <p:txBody>
          <a:bodyPr lIns="0" tIns="0" rIns="0" bIns="0" anchor="ctr">
            <a:spAutoFit/>
          </a:bodyP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Sixth Street Commitment</a:t>
            </a:r>
            <a:endParaRPr lang="en-BR" baseline="30000" dirty="0"/>
          </a:p>
        </p:txBody>
      </p:sp>
      <p:sp>
        <p:nvSpPr>
          <p:cNvPr id="16" name="Text Placeholder 9">
            <a:extLst>
              <a:ext uri="{FF2B5EF4-FFF2-40B4-BE49-F238E27FC236}">
                <a16:creationId xmlns:a16="http://schemas.microsoft.com/office/drawing/2014/main" id="{9B2DCA6A-E19A-D296-A454-48A2F1B6B873}"/>
              </a:ext>
            </a:extLst>
          </p:cNvPr>
          <p:cNvSpPr>
            <a:spLocks noGrp="1"/>
          </p:cNvSpPr>
          <p:nvPr>
            <p:ph type="body" sz="quarter" idx="18" hasCustomPrompt="1"/>
          </p:nvPr>
        </p:nvSpPr>
        <p:spPr>
          <a:xfrm>
            <a:off x="5408753" y="833354"/>
            <a:ext cx="2286000" cy="215444"/>
          </a:xfrm>
          <a:prstGeom prst="rect">
            <a:avLst/>
          </a:prstGeom>
        </p:spPr>
        <p:txBody>
          <a:bodyPr lIns="0" tIns="0" rIns="0" bIns="0" anchor="ctr">
            <a:spAutoFit/>
          </a:bodyP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Initial Investment</a:t>
            </a:r>
            <a:endParaRPr lang="en-BR" dirty="0"/>
          </a:p>
        </p:txBody>
      </p:sp>
      <p:sp>
        <p:nvSpPr>
          <p:cNvPr id="18" name="Text Placeholder 9">
            <a:extLst>
              <a:ext uri="{FF2B5EF4-FFF2-40B4-BE49-F238E27FC236}">
                <a16:creationId xmlns:a16="http://schemas.microsoft.com/office/drawing/2014/main" id="{7AA6216F-D707-B4E2-31BD-194B5F741BBF}"/>
              </a:ext>
            </a:extLst>
          </p:cNvPr>
          <p:cNvSpPr>
            <a:spLocks noGrp="1"/>
          </p:cNvSpPr>
          <p:nvPr>
            <p:ph type="body" sz="quarter" idx="19" hasCustomPrompt="1"/>
          </p:nvPr>
        </p:nvSpPr>
        <p:spPr>
          <a:xfrm>
            <a:off x="5408753" y="4006846"/>
            <a:ext cx="2286000" cy="215444"/>
          </a:xfrm>
          <a:prstGeom prst="rect">
            <a:avLst/>
          </a:prstGeom>
        </p:spPr>
        <p:txBody>
          <a:bodyPr lIns="0" tIns="0" rIns="0" bIns="0" anchor="ctr">
            <a:spAutoFit/>
          </a:bodyP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Sixth Street Edge</a:t>
            </a:r>
            <a:endParaRPr lang="en-BR" dirty="0"/>
          </a:p>
        </p:txBody>
      </p:sp>
      <p:pic>
        <p:nvPicPr>
          <p:cNvPr id="20" name="Online Image Placeholder 17">
            <a:extLst>
              <a:ext uri="{FF2B5EF4-FFF2-40B4-BE49-F238E27FC236}">
                <a16:creationId xmlns:a16="http://schemas.microsoft.com/office/drawing/2014/main" id="{03A8AFED-EDAD-537A-1EB6-E6FEBCB8F85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99452" y="833354"/>
            <a:ext cx="504000" cy="504000"/>
          </a:xfrm>
          <a:prstGeom prst="rect">
            <a:avLst/>
          </a:prstGeom>
        </p:spPr>
      </p:pic>
      <p:pic>
        <p:nvPicPr>
          <p:cNvPr id="21" name="Online Image Placeholder 18">
            <a:extLst>
              <a:ext uri="{FF2B5EF4-FFF2-40B4-BE49-F238E27FC236}">
                <a16:creationId xmlns:a16="http://schemas.microsoft.com/office/drawing/2014/main" id="{71148D58-3184-7536-B794-DCB81CC3A53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998653" y="2420100"/>
            <a:ext cx="505599" cy="505599"/>
          </a:xfrm>
          <a:prstGeom prst="rect">
            <a:avLst/>
          </a:prstGeom>
        </p:spPr>
      </p:pic>
      <p:pic>
        <p:nvPicPr>
          <p:cNvPr id="22" name="Online Image Placeholder 19">
            <a:extLst>
              <a:ext uri="{FF2B5EF4-FFF2-40B4-BE49-F238E27FC236}">
                <a16:creationId xmlns:a16="http://schemas.microsoft.com/office/drawing/2014/main" id="{EA0636F5-4EC0-3ED4-55FF-A7F3DF6168D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4019121" y="4006846"/>
            <a:ext cx="464663" cy="529200"/>
          </a:xfrm>
          <a:prstGeom prst="rect">
            <a:avLst/>
          </a:prstGeom>
        </p:spPr>
      </p:pic>
      <p:sp>
        <p:nvSpPr>
          <p:cNvPr id="23" name="Text Placeholder 13">
            <a:extLst>
              <a:ext uri="{FF2B5EF4-FFF2-40B4-BE49-F238E27FC236}">
                <a16:creationId xmlns:a16="http://schemas.microsoft.com/office/drawing/2014/main" id="{F2956C2C-95A5-4F4F-76B6-7FBBF1D6A7DB}"/>
              </a:ext>
            </a:extLst>
          </p:cNvPr>
          <p:cNvSpPr>
            <a:spLocks noGrp="1"/>
          </p:cNvSpPr>
          <p:nvPr userDrawn="1">
            <p:ph type="body" sz="quarter" idx="24" hasCustomPrompt="1"/>
          </p:nvPr>
        </p:nvSpPr>
        <p:spPr>
          <a:xfrm>
            <a:off x="8229600" y="833354"/>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3">
            <a:extLst>
              <a:ext uri="{FF2B5EF4-FFF2-40B4-BE49-F238E27FC236}">
                <a16:creationId xmlns:a16="http://schemas.microsoft.com/office/drawing/2014/main" id="{502A448A-BE27-0445-9E32-E9FB5E0A9729}"/>
              </a:ext>
            </a:extLst>
          </p:cNvPr>
          <p:cNvSpPr>
            <a:spLocks noGrp="1"/>
          </p:cNvSpPr>
          <p:nvPr userDrawn="1">
            <p:ph type="body" sz="quarter" idx="25" hasCustomPrompt="1"/>
          </p:nvPr>
        </p:nvSpPr>
        <p:spPr>
          <a:xfrm>
            <a:off x="8229600" y="2420100"/>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13">
            <a:extLst>
              <a:ext uri="{FF2B5EF4-FFF2-40B4-BE49-F238E27FC236}">
                <a16:creationId xmlns:a16="http://schemas.microsoft.com/office/drawing/2014/main" id="{8BD445DD-0E35-53D6-DAE0-8A42E88B3795}"/>
              </a:ext>
            </a:extLst>
          </p:cNvPr>
          <p:cNvSpPr>
            <a:spLocks noGrp="1"/>
          </p:cNvSpPr>
          <p:nvPr userDrawn="1">
            <p:ph type="body" sz="quarter" idx="26" hasCustomPrompt="1"/>
          </p:nvPr>
        </p:nvSpPr>
        <p:spPr>
          <a:xfrm>
            <a:off x="8229600" y="4006846"/>
            <a:ext cx="3657600" cy="1371600"/>
          </a:xfrm>
        </p:spPr>
        <p:txBody>
          <a:body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13">
            <a:extLst>
              <a:ext uri="{FF2B5EF4-FFF2-40B4-BE49-F238E27FC236}">
                <a16:creationId xmlns:a16="http://schemas.microsoft.com/office/drawing/2014/main" id="{92E2DC88-A5A3-CEB6-2B60-1C9C2C75E0CF}"/>
              </a:ext>
            </a:extLst>
          </p:cNvPr>
          <p:cNvSpPr>
            <a:spLocks noGrp="1"/>
          </p:cNvSpPr>
          <p:nvPr>
            <p:ph type="body" sz="quarter" idx="23" hasCustomPrompt="1"/>
          </p:nvPr>
        </p:nvSpPr>
        <p:spPr>
          <a:xfrm>
            <a:off x="304801" y="3495557"/>
            <a:ext cx="2076450" cy="1107996"/>
          </a:xfrm>
        </p:spPr>
        <p:txBody>
          <a:bodyPr/>
          <a:lstStyle>
            <a:lvl1pPr>
              <a:buClrTx/>
              <a:defRPr>
                <a:solidFill>
                  <a:schemeClr val="bg2"/>
                </a:solidFill>
              </a:defRPr>
            </a:lvl1pPr>
            <a:lvl2pPr>
              <a:buClrTx/>
              <a:defRPr>
                <a:solidFill>
                  <a:schemeClr val="bg2"/>
                </a:solidFill>
              </a:defRPr>
            </a:lvl2pPr>
            <a:lvl3pPr>
              <a:buClrTx/>
              <a:defRPr>
                <a:solidFill>
                  <a:schemeClr val="bg2"/>
                </a:solidFill>
              </a:defRPr>
            </a:lvl3pPr>
            <a:lvl4pPr>
              <a:buClrTx/>
              <a:defRPr>
                <a:solidFill>
                  <a:schemeClr val="bg2"/>
                </a:solidFill>
              </a:defRPr>
            </a:lvl4pPr>
            <a:lvl5pPr>
              <a:buClrTx/>
              <a:defRPr>
                <a:solidFill>
                  <a:schemeClr val="bg2"/>
                </a:solidFill>
              </a:defRPr>
            </a:lvl5pPr>
          </a:lstStyle>
          <a:p>
            <a:pPr lvl="0"/>
            <a:r>
              <a:rPr lang="en-US" dirty="0"/>
              <a:t>Type Body Copy Here</a:t>
            </a:r>
            <a:endParaRPr lang="en-BR"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5">
            <a:extLst>
              <a:ext uri="{FF2B5EF4-FFF2-40B4-BE49-F238E27FC236}">
                <a16:creationId xmlns:a16="http://schemas.microsoft.com/office/drawing/2014/main" id="{7B0567A0-C6E6-E4D2-7546-05C15B950994}"/>
              </a:ext>
            </a:extLst>
          </p:cNvPr>
          <p:cNvSpPr>
            <a:spLocks noGrp="1"/>
          </p:cNvSpPr>
          <p:nvPr>
            <p:ph type="body" sz="quarter" idx="12" hasCustomPrompt="1"/>
          </p:nvPr>
        </p:nvSpPr>
        <p:spPr>
          <a:xfrm>
            <a:off x="304800"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Tree>
    <p:extLst>
      <p:ext uri="{BB962C8B-B14F-4D97-AF65-F5344CB8AC3E}">
        <p14:creationId xmlns:p14="http://schemas.microsoft.com/office/powerpoint/2010/main" val="354220524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eam Bio">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34F05C8-2DB5-CB7A-73D4-4E6D5AB284D6}"/>
              </a:ext>
            </a:extLst>
          </p:cNvPr>
          <p:cNvSpPr>
            <a:spLocks noGrp="1"/>
          </p:cNvSpPr>
          <p:nvPr>
            <p:ph type="body" sz="quarter" idx="12" hasCustomPrompt="1"/>
          </p:nvPr>
        </p:nvSpPr>
        <p:spPr>
          <a:xfrm>
            <a:off x="306887" y="305089"/>
            <a:ext cx="7623663" cy="337030"/>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cxnSp>
        <p:nvCxnSpPr>
          <p:cNvPr id="9" name="Straight Connector 8">
            <a:extLst>
              <a:ext uri="{FF2B5EF4-FFF2-40B4-BE49-F238E27FC236}">
                <a16:creationId xmlns:a16="http://schemas.microsoft.com/office/drawing/2014/main" id="{2AE620F7-7A72-4232-8F5F-9F8312C43673}"/>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62FF253-BE3C-0507-18B3-BA1751E8C05F}"/>
              </a:ext>
            </a:extLst>
          </p:cNvPr>
          <p:cNvSpPr/>
          <p:nvPr userDrawn="1"/>
        </p:nvSpPr>
        <p:spPr>
          <a:xfrm>
            <a:off x="0" y="642120"/>
            <a:ext cx="3239647" cy="55737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5" name="Text Placeholder 16">
            <a:extLst>
              <a:ext uri="{FF2B5EF4-FFF2-40B4-BE49-F238E27FC236}">
                <a16:creationId xmlns:a16="http://schemas.microsoft.com/office/drawing/2014/main" id="{4B77598F-0A2B-01EF-7844-EE6692DF3344}"/>
              </a:ext>
            </a:extLst>
          </p:cNvPr>
          <p:cNvSpPr>
            <a:spLocks noGrp="1"/>
          </p:cNvSpPr>
          <p:nvPr>
            <p:ph type="body" sz="quarter" idx="17" hasCustomPrompt="1"/>
          </p:nvPr>
        </p:nvSpPr>
        <p:spPr>
          <a:xfrm>
            <a:off x="304800" y="4400550"/>
            <a:ext cx="2076450" cy="290908"/>
          </a:xfrm>
          <a:prstGeom prst="rect">
            <a:avLst/>
          </a:prstGeom>
        </p:spPr>
        <p:txBody>
          <a:bodyPr lIns="0" tIns="0" rIns="0" bIns="0"/>
          <a:lstStyle>
            <a:lvl1pPr marL="0">
              <a:lnSpc>
                <a:spcPct val="100000"/>
              </a:lnSpc>
              <a:buNone/>
              <a:defRPr sz="1800">
                <a:solidFill>
                  <a:schemeClr val="bg2"/>
                </a:solidFill>
                <a:latin typeface="+mj-lt"/>
              </a:defRPr>
            </a:lvl1pPr>
            <a:lvl2pPr>
              <a:buNone/>
              <a:defRPr sz="1400"/>
            </a:lvl2pPr>
            <a:lvl3pPr>
              <a:buNone/>
              <a:defRPr sz="1400"/>
            </a:lvl3pPr>
            <a:lvl4pPr>
              <a:buNone/>
              <a:defRPr sz="1400"/>
            </a:lvl4pPr>
            <a:lvl5pPr>
              <a:buNone/>
              <a:defRPr sz="1400"/>
            </a:lvl5pPr>
          </a:lstStyle>
          <a:p>
            <a:pPr lvl="0"/>
            <a:r>
              <a:rPr lang="en-US" dirty="0"/>
              <a:t>Type name here</a:t>
            </a:r>
            <a:endParaRPr lang="en-BR" dirty="0"/>
          </a:p>
        </p:txBody>
      </p:sp>
      <p:sp>
        <p:nvSpPr>
          <p:cNvPr id="16" name="Text Placeholder 16">
            <a:extLst>
              <a:ext uri="{FF2B5EF4-FFF2-40B4-BE49-F238E27FC236}">
                <a16:creationId xmlns:a16="http://schemas.microsoft.com/office/drawing/2014/main" id="{EB1B3DC1-66A8-8005-1368-2FBC06CAAF5C}"/>
              </a:ext>
            </a:extLst>
          </p:cNvPr>
          <p:cNvSpPr>
            <a:spLocks noGrp="1"/>
          </p:cNvSpPr>
          <p:nvPr>
            <p:ph type="body" sz="quarter" idx="18" hasCustomPrompt="1"/>
          </p:nvPr>
        </p:nvSpPr>
        <p:spPr>
          <a:xfrm>
            <a:off x="304800" y="4768508"/>
            <a:ext cx="2076450" cy="713130"/>
          </a:xfrm>
          <a:prstGeom prst="rect">
            <a:avLst/>
          </a:prstGeom>
        </p:spPr>
        <p:txBody>
          <a:bodyPr lIns="0" tIns="0" rIns="0" bIns="0"/>
          <a:lstStyle>
            <a:lvl1pPr marL="0">
              <a:lnSpc>
                <a:spcPct val="100000"/>
              </a:lnSpc>
              <a:buNone/>
              <a:defRPr sz="1400">
                <a:solidFill>
                  <a:schemeClr val="bg1"/>
                </a:solidFill>
              </a:defRPr>
            </a:lvl1pPr>
            <a:lvl2pPr>
              <a:buNone/>
              <a:defRPr sz="1400"/>
            </a:lvl2pPr>
            <a:lvl3pPr>
              <a:buNone/>
              <a:defRPr sz="1400"/>
            </a:lvl3pPr>
            <a:lvl4pPr>
              <a:buNone/>
              <a:defRPr sz="1400"/>
            </a:lvl4pPr>
            <a:lvl5pPr>
              <a:buNone/>
              <a:defRPr sz="1400"/>
            </a:lvl5pPr>
          </a:lstStyle>
          <a:p>
            <a:pPr lvl="0"/>
            <a:r>
              <a:rPr lang="en-US" dirty="0"/>
              <a:t>Type role/partner here</a:t>
            </a:r>
            <a:endParaRPr lang="en-BR" dirty="0"/>
          </a:p>
        </p:txBody>
      </p:sp>
      <p:sp>
        <p:nvSpPr>
          <p:cNvPr id="20" name="Picture Placeholder 19">
            <a:extLst>
              <a:ext uri="{FF2B5EF4-FFF2-40B4-BE49-F238E27FC236}">
                <a16:creationId xmlns:a16="http://schemas.microsoft.com/office/drawing/2014/main" id="{EE65689B-7AD0-B1A4-BC15-4B811E5D250D}"/>
              </a:ext>
            </a:extLst>
          </p:cNvPr>
          <p:cNvSpPr>
            <a:spLocks noGrp="1"/>
          </p:cNvSpPr>
          <p:nvPr>
            <p:ph type="pic" sz="quarter" idx="21"/>
          </p:nvPr>
        </p:nvSpPr>
        <p:spPr>
          <a:xfrm>
            <a:off x="304801" y="836613"/>
            <a:ext cx="2632710" cy="3078162"/>
          </a:xfrm>
          <a:prstGeom prst="rect">
            <a:avLst/>
          </a:prstGeom>
        </p:spPr>
        <p:txBody>
          <a:bodyPr/>
          <a:lstStyle/>
          <a:p>
            <a:endParaRPr lang="en-BR"/>
          </a:p>
        </p:txBody>
      </p:sp>
      <p:cxnSp>
        <p:nvCxnSpPr>
          <p:cNvPr id="4" name="Straight Connector 3">
            <a:extLst>
              <a:ext uri="{FF2B5EF4-FFF2-40B4-BE49-F238E27FC236}">
                <a16:creationId xmlns:a16="http://schemas.microsoft.com/office/drawing/2014/main" id="{FEBB55A8-64C8-0FB8-7573-608EA5518E48}"/>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842D754-6A74-A34F-DF91-15C0230A98F5}"/>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sp>
        <p:nvSpPr>
          <p:cNvPr id="7" name="Text Placeholder 9">
            <a:extLst>
              <a:ext uri="{FF2B5EF4-FFF2-40B4-BE49-F238E27FC236}">
                <a16:creationId xmlns:a16="http://schemas.microsoft.com/office/drawing/2014/main" id="{85393320-455E-6A5F-C9C4-EFB5FC84F173}"/>
              </a:ext>
            </a:extLst>
          </p:cNvPr>
          <p:cNvSpPr>
            <a:spLocks noGrp="1"/>
          </p:cNvSpPr>
          <p:nvPr>
            <p:ph type="body" sz="quarter" idx="22" hasCustomPrompt="1"/>
          </p:nvPr>
        </p:nvSpPr>
        <p:spPr>
          <a:xfrm>
            <a:off x="8198094" y="869437"/>
            <a:ext cx="3685032" cy="153890"/>
          </a:xfrm>
          <a:prstGeom prst="rect">
            <a:avLst/>
          </a:prstGeom>
        </p:spPr>
        <p:txBody>
          <a:bodyPr lIns="0" tIns="0" rIns="0" bIns="0" anchor="ct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Selected Experience:</a:t>
            </a:r>
            <a:endParaRPr lang="en-BR" dirty="0"/>
          </a:p>
        </p:txBody>
      </p:sp>
      <p:sp>
        <p:nvSpPr>
          <p:cNvPr id="10" name="Text Placeholder 9">
            <a:extLst>
              <a:ext uri="{FF2B5EF4-FFF2-40B4-BE49-F238E27FC236}">
                <a16:creationId xmlns:a16="http://schemas.microsoft.com/office/drawing/2014/main" id="{2FEC88B3-F202-4F67-CD70-DCB27383DA03}"/>
              </a:ext>
            </a:extLst>
          </p:cNvPr>
          <p:cNvSpPr>
            <a:spLocks noGrp="1"/>
          </p:cNvSpPr>
          <p:nvPr>
            <p:ph type="body" sz="quarter" idx="24" hasCustomPrompt="1"/>
          </p:nvPr>
        </p:nvSpPr>
        <p:spPr>
          <a:xfrm>
            <a:off x="3876354" y="869437"/>
            <a:ext cx="3685032" cy="153890"/>
          </a:xfrm>
          <a:prstGeom prst="rect">
            <a:avLst/>
          </a:prstGeom>
        </p:spPr>
        <p:txBody>
          <a:bodyPr lIns="0" tIns="0" rIns="0" bIns="0" anchor="ctr"/>
          <a:lstStyle>
            <a:lvl1pPr algn="l">
              <a:lnSpc>
                <a:spcPct val="100000"/>
              </a:lnSpc>
              <a:buNone/>
              <a:defRPr sz="1400">
                <a:solidFill>
                  <a:schemeClr val="accent5"/>
                </a:solidFill>
              </a:defRPr>
            </a:lvl1pPr>
            <a:lvl2pPr>
              <a:buNone/>
              <a:defRPr/>
            </a:lvl2pPr>
            <a:lvl3pPr>
              <a:buNone/>
              <a:defRPr/>
            </a:lvl3pPr>
            <a:lvl4pPr>
              <a:buNone/>
              <a:defRPr/>
            </a:lvl4pPr>
            <a:lvl5pPr>
              <a:buNone/>
              <a:defRPr/>
            </a:lvl5pPr>
          </a:lstStyle>
          <a:p>
            <a:r>
              <a:rPr lang="en-US" dirty="0"/>
              <a:t>Bio:</a:t>
            </a:r>
            <a:endParaRPr lang="en-BR" dirty="0"/>
          </a:p>
        </p:txBody>
      </p:sp>
      <p:sp>
        <p:nvSpPr>
          <p:cNvPr id="12" name="Text Placeholder 11">
            <a:extLst>
              <a:ext uri="{FF2B5EF4-FFF2-40B4-BE49-F238E27FC236}">
                <a16:creationId xmlns:a16="http://schemas.microsoft.com/office/drawing/2014/main" id="{E54CB176-2C29-76FC-38CC-5B3A2575CD2C}"/>
              </a:ext>
            </a:extLst>
          </p:cNvPr>
          <p:cNvSpPr>
            <a:spLocks noGrp="1"/>
          </p:cNvSpPr>
          <p:nvPr>
            <p:ph type="body" sz="quarter" idx="25" hasCustomPrompt="1"/>
          </p:nvPr>
        </p:nvSpPr>
        <p:spPr>
          <a:xfrm>
            <a:off x="3876354" y="1250642"/>
            <a:ext cx="3685032" cy="4361688"/>
          </a:xfrm>
        </p:spPr>
        <p:txBody>
          <a:bodyPr/>
          <a:lstStyle>
            <a:lvl1pPr>
              <a:buNone/>
              <a:defRPr/>
            </a:lvl1pPr>
          </a:lstStyle>
          <a:p>
            <a:pPr lvl="0"/>
            <a:r>
              <a:rPr lang="en-US" dirty="0"/>
              <a:t>Type Bio Here</a:t>
            </a:r>
          </a:p>
        </p:txBody>
      </p:sp>
      <p:sp>
        <p:nvSpPr>
          <p:cNvPr id="13" name="Text Placeholder 11">
            <a:extLst>
              <a:ext uri="{FF2B5EF4-FFF2-40B4-BE49-F238E27FC236}">
                <a16:creationId xmlns:a16="http://schemas.microsoft.com/office/drawing/2014/main" id="{4EAF0C13-4B5F-A47A-C11A-CEA4CDD9682C}"/>
              </a:ext>
            </a:extLst>
          </p:cNvPr>
          <p:cNvSpPr>
            <a:spLocks noGrp="1"/>
          </p:cNvSpPr>
          <p:nvPr>
            <p:ph type="body" sz="quarter" idx="26" hasCustomPrompt="1"/>
          </p:nvPr>
        </p:nvSpPr>
        <p:spPr>
          <a:xfrm>
            <a:off x="8198094" y="1250642"/>
            <a:ext cx="3685032" cy="4361688"/>
          </a:xfrm>
        </p:spPr>
        <p:txBody>
          <a:bodyPr/>
          <a:lstStyle/>
          <a:p>
            <a:pPr lvl="0"/>
            <a:r>
              <a:rPr lang="en-US" dirty="0"/>
              <a:t>Type Experience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822433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uote Title Only Slide_Whit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9" name="Text Placeholder 8">
            <a:extLst>
              <a:ext uri="{FF2B5EF4-FFF2-40B4-BE49-F238E27FC236}">
                <a16:creationId xmlns:a16="http://schemas.microsoft.com/office/drawing/2014/main" id="{E67DB9C0-502F-B0D1-FF1B-9CCDD388B4D7}"/>
              </a:ext>
            </a:extLst>
          </p:cNvPr>
          <p:cNvSpPr>
            <a:spLocks noGrp="1"/>
          </p:cNvSpPr>
          <p:nvPr>
            <p:ph type="body" sz="quarter" idx="16" hasCustomPrompt="1"/>
          </p:nvPr>
        </p:nvSpPr>
        <p:spPr>
          <a:xfrm>
            <a:off x="306887" y="1885949"/>
            <a:ext cx="11585448" cy="3086884"/>
          </a:xfrm>
          <a:prstGeom prst="rect">
            <a:avLst/>
          </a:prstGeom>
        </p:spPr>
        <p:txBody>
          <a:bodyPr lIns="0" tIns="0" rIns="0" bIns="0" anchor="t"/>
          <a:lstStyle>
            <a:lvl1pPr marL="0">
              <a:lnSpc>
                <a:spcPct val="100000"/>
              </a:lnSpc>
              <a:buNone/>
              <a:defRPr>
                <a:latin typeface="+mj-lt"/>
              </a:defRPr>
            </a:lvl1pPr>
            <a:lvl2pPr>
              <a:buNone/>
              <a:defRPr/>
            </a:lvl2pPr>
            <a:lvl3pPr>
              <a:buNone/>
              <a:defRPr/>
            </a:lvl3pPr>
            <a:lvl4pPr>
              <a:buNone/>
              <a:defRPr/>
            </a:lvl4pPr>
            <a:lvl5pPr>
              <a:buNone/>
              <a:defRPr/>
            </a:lvl5pPr>
          </a:lstStyle>
          <a:p>
            <a:pPr lvl="0"/>
            <a:r>
              <a:rPr lang="en-US" dirty="0"/>
              <a:t>Type quote here</a:t>
            </a:r>
          </a:p>
        </p:txBody>
      </p:sp>
      <p:sp>
        <p:nvSpPr>
          <p:cNvPr id="8" name="Text Placeholder 5">
            <a:extLst>
              <a:ext uri="{FF2B5EF4-FFF2-40B4-BE49-F238E27FC236}">
                <a16:creationId xmlns:a16="http://schemas.microsoft.com/office/drawing/2014/main" id="{37F63BCD-7B12-2C73-1648-39F001D98810}"/>
              </a:ext>
            </a:extLst>
          </p:cNvPr>
          <p:cNvSpPr>
            <a:spLocks noGrp="1"/>
          </p:cNvSpPr>
          <p:nvPr>
            <p:ph type="body" sz="quarter" idx="12" hasCustomPrompt="1"/>
          </p:nvPr>
        </p:nvSpPr>
        <p:spPr>
          <a:xfrm>
            <a:off x="306887" y="305088"/>
            <a:ext cx="7623663" cy="414083"/>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C5A8676C-27EA-3740-6C28-8ADA2151B4E0}"/>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75D51643-D87B-30D2-EC11-9E53DCB4875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endParaRPr lang="en-US" dirty="0"/>
          </a:p>
        </p:txBody>
      </p:sp>
      <p:grpSp>
        <p:nvGrpSpPr>
          <p:cNvPr id="20" name="Group 19">
            <a:extLst>
              <a:ext uri="{FF2B5EF4-FFF2-40B4-BE49-F238E27FC236}">
                <a16:creationId xmlns:a16="http://schemas.microsoft.com/office/drawing/2014/main" id="{6F37E5FB-0EAD-3D11-5CE8-B327F82A1565}"/>
              </a:ext>
            </a:extLst>
          </p:cNvPr>
          <p:cNvGrpSpPr/>
          <p:nvPr userDrawn="1"/>
        </p:nvGrpSpPr>
        <p:grpSpPr>
          <a:xfrm>
            <a:off x="11178309" y="305088"/>
            <a:ext cx="708891" cy="758952"/>
            <a:chOff x="11184659" y="301264"/>
            <a:chExt cx="708891" cy="758952"/>
          </a:xfrm>
          <a:solidFill>
            <a:srgbClr val="EAEAEA"/>
          </a:solidFill>
        </p:grpSpPr>
        <p:sp>
          <p:nvSpPr>
            <p:cNvPr id="14" name="TextBox 13">
              <a:extLst>
                <a:ext uri="{FF2B5EF4-FFF2-40B4-BE49-F238E27FC236}">
                  <a16:creationId xmlns:a16="http://schemas.microsoft.com/office/drawing/2014/main" id="{678457F4-4F81-BF19-5DFD-624E23BB56BE}"/>
                </a:ext>
              </a:extLst>
            </p:cNvPr>
            <p:cNvSpPr txBox="1">
              <a:spLocks noChangeAspect="1"/>
            </p:cNvSpPr>
            <p:nvPr userDrawn="1"/>
          </p:nvSpPr>
          <p:spPr>
            <a:xfrm>
              <a:off x="11184659"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sp>
          <p:nvSpPr>
            <p:cNvPr id="19" name="TextBox 18">
              <a:extLst>
                <a:ext uri="{FF2B5EF4-FFF2-40B4-BE49-F238E27FC236}">
                  <a16:creationId xmlns:a16="http://schemas.microsoft.com/office/drawing/2014/main" id="{70B785AC-A706-E6D0-940B-D888D8EF1AE0}"/>
                </a:ext>
              </a:extLst>
            </p:cNvPr>
            <p:cNvSpPr txBox="1">
              <a:spLocks noChangeAspect="1"/>
            </p:cNvSpPr>
            <p:nvPr userDrawn="1"/>
          </p:nvSpPr>
          <p:spPr>
            <a:xfrm>
              <a:off x="11564448"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grpSp>
      <p:sp>
        <p:nvSpPr>
          <p:cNvPr id="23" name="Text Placeholder 9">
            <a:extLst>
              <a:ext uri="{FF2B5EF4-FFF2-40B4-BE49-F238E27FC236}">
                <a16:creationId xmlns:a16="http://schemas.microsoft.com/office/drawing/2014/main" id="{A7593308-0EF7-2273-06DA-562752A41481}"/>
              </a:ext>
            </a:extLst>
          </p:cNvPr>
          <p:cNvSpPr>
            <a:spLocks noGrp="1"/>
          </p:cNvSpPr>
          <p:nvPr>
            <p:ph type="body" sz="quarter" idx="13" hasCustomPrompt="1"/>
          </p:nvPr>
        </p:nvSpPr>
        <p:spPr>
          <a:xfrm>
            <a:off x="306831" y="6013095"/>
            <a:ext cx="11582402" cy="123303"/>
          </a:xfrm>
          <a:prstGeom prst="rect">
            <a:avLst/>
          </a:prstGeom>
        </p:spPr>
        <p:txBody>
          <a:bodyPr lIns="0" tIns="0" rIns="0" bIns="0" anchor="b">
            <a:spAutoFit/>
          </a:bodyPr>
          <a:lstStyle>
            <a:lvl1pPr marL="0" indent="0" algn="l">
              <a:lnSpc>
                <a:spcPct val="125000"/>
              </a:lnSpc>
              <a:buNone/>
              <a:defRPr sz="700">
                <a:solidFill>
                  <a:srgbClr val="14141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spTree>
    <p:extLst>
      <p:ext uri="{BB962C8B-B14F-4D97-AF65-F5344CB8AC3E}">
        <p14:creationId xmlns:p14="http://schemas.microsoft.com/office/powerpoint/2010/main" val="217827665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Quote Title Only Slide_Black">
    <p:bg>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solidFill>
                  <a:schemeClr val="bg1"/>
                </a:solidFill>
              </a:rPr>
              <a:pPr/>
              <a:t>‹#›</a:t>
            </a:fld>
            <a:endParaRPr lang="en-BR" sz="800" dirty="0">
              <a:solidFill>
                <a:schemeClr val="bg1"/>
              </a:solidFill>
            </a:endParaRPr>
          </a:p>
        </p:txBody>
      </p:sp>
      <p:sp>
        <p:nvSpPr>
          <p:cNvPr id="9" name="Text Placeholder 8">
            <a:extLst>
              <a:ext uri="{FF2B5EF4-FFF2-40B4-BE49-F238E27FC236}">
                <a16:creationId xmlns:a16="http://schemas.microsoft.com/office/drawing/2014/main" id="{E67DB9C0-502F-B0D1-FF1B-9CCDD388B4D7}"/>
              </a:ext>
            </a:extLst>
          </p:cNvPr>
          <p:cNvSpPr>
            <a:spLocks noGrp="1"/>
          </p:cNvSpPr>
          <p:nvPr>
            <p:ph type="body" sz="quarter" idx="16" hasCustomPrompt="1"/>
          </p:nvPr>
        </p:nvSpPr>
        <p:spPr>
          <a:xfrm>
            <a:off x="304800" y="1800745"/>
            <a:ext cx="11582400" cy="3108960"/>
          </a:xfrm>
          <a:prstGeom prst="rect">
            <a:avLst/>
          </a:prstGeom>
        </p:spPr>
        <p:txBody>
          <a:bodyPr lIns="0" tIns="0" rIns="0" bIns="0" anchor="t"/>
          <a:lstStyle>
            <a:lvl1pPr marL="0">
              <a:lnSpc>
                <a:spcPct val="100000"/>
              </a:lnSpc>
              <a:buNone/>
              <a:defRPr sz="1400">
                <a:solidFill>
                  <a:schemeClr val="bg1"/>
                </a:solidFill>
                <a:latin typeface="+mj-lt"/>
              </a:defRPr>
            </a:lvl1pPr>
            <a:lvl2pPr>
              <a:buNone/>
              <a:defRPr/>
            </a:lvl2pPr>
            <a:lvl3pPr>
              <a:buNone/>
              <a:defRPr/>
            </a:lvl3pPr>
            <a:lvl4pPr>
              <a:buNone/>
              <a:defRPr/>
            </a:lvl4pPr>
            <a:lvl5pPr>
              <a:buNone/>
              <a:defRPr/>
            </a:lvl5pPr>
          </a:lstStyle>
          <a:p>
            <a:pPr lvl="0"/>
            <a:r>
              <a:rPr lang="en-US" dirty="0"/>
              <a:t>Type quote here</a:t>
            </a:r>
          </a:p>
        </p:txBody>
      </p:sp>
      <p:sp>
        <p:nvSpPr>
          <p:cNvPr id="8" name="Text Placeholder 5">
            <a:extLst>
              <a:ext uri="{FF2B5EF4-FFF2-40B4-BE49-F238E27FC236}">
                <a16:creationId xmlns:a16="http://schemas.microsoft.com/office/drawing/2014/main" id="{37F63BCD-7B12-2C73-1648-39F001D98810}"/>
              </a:ext>
            </a:extLst>
          </p:cNvPr>
          <p:cNvSpPr>
            <a:spLocks noGrp="1"/>
          </p:cNvSpPr>
          <p:nvPr>
            <p:ph type="body" sz="quarter" idx="12" hasCustomPrompt="1"/>
          </p:nvPr>
        </p:nvSpPr>
        <p:spPr>
          <a:xfrm>
            <a:off x="306887" y="305088"/>
            <a:ext cx="7623663" cy="246221"/>
          </a:xfrm>
          <a:prstGeom prst="rect">
            <a:avLst/>
          </a:prstGeom>
        </p:spPr>
        <p:txBody>
          <a:bodyPr lIns="0" tIns="0" rIns="0" bIns="0"/>
          <a:lstStyle>
            <a:lvl1pPr marL="0" indent="0">
              <a:buNone/>
              <a:defRPr sz="1600">
                <a:solidFill>
                  <a:schemeClr val="bg1"/>
                </a:solidFill>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11" name="Straight Connector 10">
            <a:extLst>
              <a:ext uri="{FF2B5EF4-FFF2-40B4-BE49-F238E27FC236}">
                <a16:creationId xmlns:a16="http://schemas.microsoft.com/office/drawing/2014/main" id="{C5A8676C-27EA-3740-6C28-8ADA2151B4E0}"/>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75D51643-D87B-30D2-EC11-9E53DCB4875E}"/>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F6F5F4"/>
                </a:solidFill>
              </a:defRPr>
            </a:lvl1pPr>
          </a:lstStyle>
          <a:p>
            <a:r>
              <a:rPr lang="en-US"/>
              <a:t>Sixth Street Highly Confidential</a:t>
            </a:r>
            <a:endParaRPr lang="en-US" dirty="0"/>
          </a:p>
        </p:txBody>
      </p:sp>
      <p:grpSp>
        <p:nvGrpSpPr>
          <p:cNvPr id="16" name="Group 15">
            <a:extLst>
              <a:ext uri="{FF2B5EF4-FFF2-40B4-BE49-F238E27FC236}">
                <a16:creationId xmlns:a16="http://schemas.microsoft.com/office/drawing/2014/main" id="{18F80A78-9F02-5B48-1E0D-9422C10DA5CA}"/>
              </a:ext>
            </a:extLst>
          </p:cNvPr>
          <p:cNvGrpSpPr/>
          <p:nvPr userDrawn="1"/>
        </p:nvGrpSpPr>
        <p:grpSpPr>
          <a:xfrm>
            <a:off x="11178309" y="305088"/>
            <a:ext cx="708891" cy="758952"/>
            <a:chOff x="11184659" y="301264"/>
            <a:chExt cx="708891" cy="758952"/>
          </a:xfrm>
          <a:solidFill>
            <a:schemeClr val="bg1"/>
          </a:solidFill>
        </p:grpSpPr>
        <p:sp>
          <p:nvSpPr>
            <p:cNvPr id="17" name="TextBox 16">
              <a:extLst>
                <a:ext uri="{FF2B5EF4-FFF2-40B4-BE49-F238E27FC236}">
                  <a16:creationId xmlns:a16="http://schemas.microsoft.com/office/drawing/2014/main" id="{7D6B9898-C0BE-BCDD-9799-75316AA1A84A}"/>
                </a:ext>
              </a:extLst>
            </p:cNvPr>
            <p:cNvSpPr txBox="1">
              <a:spLocks noChangeAspect="1"/>
            </p:cNvSpPr>
            <p:nvPr userDrawn="1"/>
          </p:nvSpPr>
          <p:spPr>
            <a:xfrm>
              <a:off x="11184659"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sp>
          <p:nvSpPr>
            <p:cNvPr id="18" name="TextBox 17">
              <a:extLst>
                <a:ext uri="{FF2B5EF4-FFF2-40B4-BE49-F238E27FC236}">
                  <a16:creationId xmlns:a16="http://schemas.microsoft.com/office/drawing/2014/main" id="{1DBF59B9-9B99-AD5C-4F51-E3618A3A3B12}"/>
                </a:ext>
              </a:extLst>
            </p:cNvPr>
            <p:cNvSpPr txBox="1">
              <a:spLocks noChangeAspect="1"/>
            </p:cNvSpPr>
            <p:nvPr userDrawn="1"/>
          </p:nvSpPr>
          <p:spPr>
            <a:xfrm>
              <a:off x="11564448" y="301264"/>
              <a:ext cx="329102" cy="758952"/>
            </a:xfrm>
            <a:custGeom>
              <a:avLst/>
              <a:gdLst>
                <a:gd name="csX0" fmla="*/ 150586 w 199415"/>
                <a:gd name="csY0" fmla="*/ 0 h 459877"/>
                <a:gd name="csX1" fmla="*/ 197386 w 199415"/>
                <a:gd name="csY1" fmla="*/ 0 h 459877"/>
                <a:gd name="csX2" fmla="*/ 91570 w 199415"/>
                <a:gd name="csY2" fmla="*/ 278768 h 459877"/>
                <a:gd name="csX3" fmla="*/ 199415 w 199415"/>
                <a:gd name="csY3" fmla="*/ 264534 h 459877"/>
                <a:gd name="csX4" fmla="*/ 199415 w 199415"/>
                <a:gd name="csY4" fmla="*/ 459877 h 459877"/>
                <a:gd name="csX5" fmla="*/ 0 w 199415"/>
                <a:gd name="csY5" fmla="*/ 459877 h 459877"/>
                <a:gd name="csX6" fmla="*/ 0 w 199415"/>
                <a:gd name="csY6" fmla="*/ 266564 h 459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9415" h="459877">
                  <a:moveTo>
                    <a:pt x="150586" y="0"/>
                  </a:moveTo>
                  <a:lnTo>
                    <a:pt x="197386" y="0"/>
                  </a:lnTo>
                  <a:lnTo>
                    <a:pt x="91570" y="278768"/>
                  </a:lnTo>
                  <a:lnTo>
                    <a:pt x="199415" y="264534"/>
                  </a:lnTo>
                  <a:lnTo>
                    <a:pt x="199415" y="459877"/>
                  </a:lnTo>
                  <a:lnTo>
                    <a:pt x="0" y="459877"/>
                  </a:lnTo>
                  <a:lnTo>
                    <a:pt x="0" y="266564"/>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100000"/>
                </a:lnSpc>
                <a:spcBef>
                  <a:spcPts val="600"/>
                </a:spcBef>
                <a:spcAft>
                  <a:spcPts val="600"/>
                </a:spcAft>
                <a:buClr>
                  <a:schemeClr val="tx2"/>
                </a:buClr>
                <a:buFont typeface="Arial" panose="020B0604020202020204" pitchFamily="34" charset="0"/>
                <a:buNone/>
                <a:defRPr lang="en-US" sz="1200" kern="0" spc="0" baseline="0">
                  <a:solidFill>
                    <a:schemeClr val="tx1"/>
                  </a:solidFill>
                  <a:latin typeface="+mj-lt"/>
                  <a:ea typeface="+mn-ea"/>
                  <a:cs typeface="+mn-cs"/>
                </a:defRPr>
              </a:lvl1pPr>
              <a:lvl2pPr marL="347472"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2pPr>
              <a:lvl3pPr marL="521208"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3pPr>
              <a:lvl4pPr marL="694944"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lang="en-US" sz="1000" kern="0" spc="0" baseline="0">
                  <a:solidFill>
                    <a:schemeClr val="tx1"/>
                  </a:solidFill>
                  <a:latin typeface="+mn-lt"/>
                  <a:ea typeface="+mn-ea"/>
                  <a:cs typeface="+mn-cs"/>
                </a:defRPr>
              </a:lvl4pPr>
              <a:lvl5pPr marL="868680" indent="0" algn="l" defTabSz="914400" rtl="0" eaLnBrk="1" latinLnBrk="0" hangingPunct="1">
                <a:lnSpc>
                  <a:spcPct val="100000"/>
                </a:lnSpc>
                <a:spcBef>
                  <a:spcPts val="0"/>
                </a:spcBef>
                <a:spcAft>
                  <a:spcPts val="600"/>
                </a:spcAft>
                <a:buClr>
                  <a:schemeClr val="tx2"/>
                </a:buClr>
                <a:buFont typeface="Calibri" panose="020F0502020204030204" pitchFamily="34" charset="0"/>
                <a:buNone/>
                <a:defRPr lang="en-US" sz="1000" kern="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pc="-150" dirty="0">
                <a:latin typeface="Season Mix" panose="020E0504070406020203" pitchFamily="34" charset="0"/>
                <a:ea typeface="Season Mix" panose="020E0504070406020203" pitchFamily="34" charset="0"/>
                <a:cs typeface="Season Mix" panose="020E0504070406020203" pitchFamily="34" charset="0"/>
              </a:endParaRPr>
            </a:p>
          </p:txBody>
        </p:sp>
      </p:grpSp>
      <p:sp>
        <p:nvSpPr>
          <p:cNvPr id="19" name="Text Placeholder 9">
            <a:extLst>
              <a:ext uri="{FF2B5EF4-FFF2-40B4-BE49-F238E27FC236}">
                <a16:creationId xmlns:a16="http://schemas.microsoft.com/office/drawing/2014/main" id="{956E06DE-0F04-C922-2407-0D66C00802DA}"/>
              </a:ext>
            </a:extLst>
          </p:cNvPr>
          <p:cNvSpPr>
            <a:spLocks noGrp="1"/>
          </p:cNvSpPr>
          <p:nvPr>
            <p:ph type="body" sz="quarter" idx="13" hasCustomPrompt="1"/>
          </p:nvPr>
        </p:nvSpPr>
        <p:spPr>
          <a:xfrm>
            <a:off x="306831" y="5624334"/>
            <a:ext cx="11582402" cy="514495"/>
          </a:xfrm>
          <a:prstGeom prst="rect">
            <a:avLst/>
          </a:prstGeom>
        </p:spPr>
        <p:txBody>
          <a:bodyPr lIns="0" tIns="0" rIns="0" bIns="0" anchor="b"/>
          <a:lstStyle>
            <a:lvl1pPr marL="0" indent="0" algn="l">
              <a:lnSpc>
                <a:spcPct val="125000"/>
              </a:lnSpc>
              <a:buNone/>
              <a:defRPr sz="700">
                <a:solidFill>
                  <a:srgbClr val="F6F5F4"/>
                </a:solidFill>
              </a:defRPr>
            </a:lvl1pPr>
            <a:lvl2pPr>
              <a:buNone/>
              <a:defRPr/>
            </a:lvl2pPr>
            <a:lvl3pPr>
              <a:buNone/>
              <a:defRPr/>
            </a:lvl3pPr>
            <a:lvl4pPr>
              <a:buNone/>
              <a:defRPr/>
            </a:lvl4pPr>
            <a:lvl5pPr>
              <a:buNone/>
              <a:defRPr/>
            </a:lvl5pPr>
          </a:lstStyle>
          <a:p>
            <a:pPr lvl="0"/>
            <a:r>
              <a:rPr lang="en-US" dirty="0"/>
              <a:t>Type footnote or source here — delete if not needed</a:t>
            </a:r>
            <a:endParaRPr lang="en-BR" dirty="0"/>
          </a:p>
        </p:txBody>
      </p:sp>
      <p:pic>
        <p:nvPicPr>
          <p:cNvPr id="5" name="Graphic 4">
            <a:extLst>
              <a:ext uri="{FF2B5EF4-FFF2-40B4-BE49-F238E27FC236}">
                <a16:creationId xmlns:a16="http://schemas.microsoft.com/office/drawing/2014/main" id="{ECC52FD3-4182-EE95-7FDB-530550C271E3}"/>
              </a:ext>
            </a:extLst>
          </p:cNvPr>
          <p:cNvPicPr>
            <a:picLocks noChangeAspect="1"/>
          </p:cNvPicPr>
          <p:nvPr userDrawn="1"/>
        </p:nvPicPr>
        <p:blipFill>
          <a:blip>
            <a:extLst>
              <a:ext uri="{96DAC541-7B7A-43D3-8B79-37D633B846F1}">
                <asvg:svgBlip xmlns:asvg="http://schemas.microsoft.com/office/drawing/2016/SVG/main" r:embed="rId2"/>
              </a:ext>
            </a:extLst>
          </a:blip>
          <a:srcRect l="-190" r="1"/>
          <a:stretch>
            <a:fillRect/>
          </a:stretch>
        </p:blipFill>
        <p:spPr>
          <a:xfrm>
            <a:off x="306660" y="6335126"/>
            <a:ext cx="883122" cy="213803"/>
          </a:xfrm>
          <a:prstGeom prst="rect">
            <a:avLst/>
          </a:prstGeom>
        </p:spPr>
      </p:pic>
    </p:spTree>
    <p:extLst>
      <p:ext uri="{BB962C8B-B14F-4D97-AF65-F5344CB8AC3E}">
        <p14:creationId xmlns:p14="http://schemas.microsoft.com/office/powerpoint/2010/main" val="34466611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sclaimer Slide">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Text Placeholder 7">
            <a:extLst>
              <a:ext uri="{FF2B5EF4-FFF2-40B4-BE49-F238E27FC236}">
                <a16:creationId xmlns:a16="http://schemas.microsoft.com/office/drawing/2014/main" id="{D78E9755-F94C-9836-5C97-B0373E99D598}"/>
              </a:ext>
            </a:extLst>
          </p:cNvPr>
          <p:cNvSpPr txBox="1">
            <a:spLocks/>
          </p:cNvSpPr>
          <p:nvPr userDrawn="1"/>
        </p:nvSpPr>
        <p:spPr>
          <a:xfrm>
            <a:off x="10254344" y="5495466"/>
            <a:ext cx="1641122" cy="15389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000" dirty="0">
              <a:solidFill>
                <a:schemeClr val="tx2"/>
              </a:solidFill>
            </a:endParaRPr>
          </a:p>
        </p:txBody>
      </p:sp>
      <p:sp>
        <p:nvSpPr>
          <p:cNvPr id="10" name="Text Placeholder 9">
            <a:extLst>
              <a:ext uri="{FF2B5EF4-FFF2-40B4-BE49-F238E27FC236}">
                <a16:creationId xmlns:a16="http://schemas.microsoft.com/office/drawing/2014/main" id="{1E909DA7-1BFA-D76A-998B-F6F56A70E22B}"/>
              </a:ext>
            </a:extLst>
          </p:cNvPr>
          <p:cNvSpPr>
            <a:spLocks noGrp="1"/>
          </p:cNvSpPr>
          <p:nvPr>
            <p:ph type="body" sz="quarter" idx="17" hasCustomPrompt="1"/>
          </p:nvPr>
        </p:nvSpPr>
        <p:spPr>
          <a:xfrm>
            <a:off x="304929" y="836612"/>
            <a:ext cx="9515475" cy="5202936"/>
          </a:xfrm>
          <a:prstGeom prst="rect">
            <a:avLst/>
          </a:prstGeom>
        </p:spPr>
        <p:txBody>
          <a:bodyPr lIns="0" tIns="0" rIns="0" bIns="0" numCol="2" spcCol="144000">
            <a:spAutoFit/>
          </a:bodyPr>
          <a:lstStyle>
            <a:lvl1pPr marL="0" indent="0">
              <a:lnSpc>
                <a:spcPct val="100000"/>
              </a:lnSpc>
              <a:spcBef>
                <a:spcPts val="400"/>
              </a:spcBef>
              <a:buNone/>
              <a:defRPr sz="800">
                <a:solidFill>
                  <a:srgbClr val="141414"/>
                </a:solidFill>
              </a:defRPr>
            </a:lvl1pPr>
            <a:lvl2pPr marL="230400" indent="0">
              <a:lnSpc>
                <a:spcPct val="100000"/>
              </a:lnSpc>
              <a:buNone/>
              <a:defRPr sz="800"/>
            </a:lvl2pPr>
            <a:lvl3pPr marL="432000" indent="0">
              <a:lnSpc>
                <a:spcPct val="100000"/>
              </a:lnSpc>
              <a:buNone/>
              <a:defRPr sz="800"/>
            </a:lvl3pPr>
            <a:lvl4pPr marL="648000" indent="0">
              <a:lnSpc>
                <a:spcPct val="100000"/>
              </a:lnSpc>
              <a:buNone/>
              <a:defRPr sz="800"/>
            </a:lvl4pPr>
            <a:lvl5pPr marL="864000" indent="0">
              <a:lnSpc>
                <a:spcPct val="100000"/>
              </a:lnSpc>
              <a:buNone/>
              <a:defRPr sz="800"/>
            </a:lvl5pPr>
          </a:lstStyle>
          <a:p>
            <a:pPr lvl="0"/>
            <a:r>
              <a:rPr lang="en-US" dirty="0"/>
              <a:t>Type disclaimer text here</a:t>
            </a:r>
          </a:p>
        </p:txBody>
      </p:sp>
      <p:sp>
        <p:nvSpPr>
          <p:cNvPr id="11" name="Text Placeholder 9">
            <a:extLst>
              <a:ext uri="{FF2B5EF4-FFF2-40B4-BE49-F238E27FC236}">
                <a16:creationId xmlns:a16="http://schemas.microsoft.com/office/drawing/2014/main" id="{84F92098-2EB2-ADE2-DEE2-2474A322FC7A}"/>
              </a:ext>
            </a:extLst>
          </p:cNvPr>
          <p:cNvSpPr>
            <a:spLocks noGrp="1"/>
          </p:cNvSpPr>
          <p:nvPr>
            <p:ph type="body" sz="quarter" idx="19" hasCustomPrompt="1"/>
          </p:nvPr>
        </p:nvSpPr>
        <p:spPr>
          <a:xfrm>
            <a:off x="9945724" y="5882824"/>
            <a:ext cx="1952093" cy="153890"/>
          </a:xfrm>
          <a:prstGeom prst="rect">
            <a:avLst/>
          </a:prstGeom>
        </p:spPr>
        <p:txBody>
          <a:bodyPr lIns="0" tIns="0" rIns="0" bIns="0" anchor="ctr"/>
          <a:lstStyle>
            <a:lvl1pPr marL="0" indent="0" algn="l">
              <a:lnSpc>
                <a:spcPct val="100000"/>
              </a:lnSpc>
              <a:buNone/>
              <a:defRPr sz="1000">
                <a:solidFill>
                  <a:schemeClr val="tx2"/>
                </a:solidFill>
              </a:defRPr>
            </a:lvl1pPr>
            <a:lvl2pPr>
              <a:buNone/>
              <a:defRPr/>
            </a:lvl2pPr>
            <a:lvl3pPr>
              <a:buNone/>
              <a:defRPr/>
            </a:lvl3pPr>
            <a:lvl4pPr>
              <a:buNone/>
              <a:defRPr/>
            </a:lvl4pPr>
            <a:lvl5pPr>
              <a:buNone/>
              <a:defRPr/>
            </a:lvl5pPr>
          </a:lstStyle>
          <a:p>
            <a:pPr marL="0" indent="0">
              <a:buNone/>
            </a:pPr>
            <a:r>
              <a:rPr lang="en-US" sz="1000" dirty="0">
                <a:solidFill>
                  <a:schemeClr val="tx2"/>
                </a:solidFill>
              </a:rPr>
              <a:t>[Continued on Next Page x/y]</a:t>
            </a:r>
          </a:p>
        </p:txBody>
      </p:sp>
      <p:sp>
        <p:nvSpPr>
          <p:cNvPr id="4" name="Text Placeholder 5">
            <a:extLst>
              <a:ext uri="{FF2B5EF4-FFF2-40B4-BE49-F238E27FC236}">
                <a16:creationId xmlns:a16="http://schemas.microsoft.com/office/drawing/2014/main" id="{9C95CB2E-6B1E-DB2B-B2C9-3E19C63BF4F6}"/>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9" name="Straight Connector 8">
            <a:extLst>
              <a:ext uri="{FF2B5EF4-FFF2-40B4-BE49-F238E27FC236}">
                <a16:creationId xmlns:a16="http://schemas.microsoft.com/office/drawing/2014/main" id="{AA1214DB-0F46-8E7F-A1DE-C99801F92F5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EFA942E3-DC34-47E9-86DD-9F9CC6D78FB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7603B91-EA0F-3C78-3CAA-EE81544F703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335167753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sclaimer Slide [3 Columns]">
    <p:bg>
      <p:bgPr>
        <a:solidFill>
          <a:schemeClr val="bg1"/>
        </a:solidFill>
        <a:effectLst/>
      </p:bgPr>
    </p:bg>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D823ADCD-FDB7-69DD-8860-E17488D468D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62F8D82-2BBF-0B0C-8775-CEB579FA92B3}"/>
              </a:ext>
            </a:extLst>
          </p:cNvPr>
          <p:cNvSpPr txBox="1"/>
          <p:nvPr userDrawn="1"/>
        </p:nvSpPr>
        <p:spPr>
          <a:xfrm>
            <a:off x="11504606" y="6436859"/>
            <a:ext cx="389569" cy="123111"/>
          </a:xfrm>
          <a:prstGeom prst="rect">
            <a:avLst/>
          </a:prstGeom>
          <a:noFill/>
        </p:spPr>
        <p:txBody>
          <a:bodyPr wrap="square" lIns="0" tIns="0" rIns="0" bIns="0" rtlCol="0">
            <a:spAutoFit/>
          </a:bodyPr>
          <a:lstStyle/>
          <a:p>
            <a:pPr algn="r"/>
            <a:fld id="{CC97B512-ABB2-044B-A888-484E0970EFAC}" type="slidenum">
              <a:rPr lang="en-BR" sz="800" smtClean="0"/>
              <a:pPr/>
              <a:t>‹#›</a:t>
            </a:fld>
            <a:endParaRPr lang="en-BR" sz="800" dirty="0"/>
          </a:p>
        </p:txBody>
      </p:sp>
      <p:sp>
        <p:nvSpPr>
          <p:cNvPr id="5" name="Text Placeholder 7">
            <a:extLst>
              <a:ext uri="{FF2B5EF4-FFF2-40B4-BE49-F238E27FC236}">
                <a16:creationId xmlns:a16="http://schemas.microsoft.com/office/drawing/2014/main" id="{D78E9755-F94C-9836-5C97-B0373E99D598}"/>
              </a:ext>
            </a:extLst>
          </p:cNvPr>
          <p:cNvSpPr txBox="1">
            <a:spLocks/>
          </p:cNvSpPr>
          <p:nvPr userDrawn="1"/>
        </p:nvSpPr>
        <p:spPr>
          <a:xfrm>
            <a:off x="10254344" y="5495466"/>
            <a:ext cx="1641122" cy="15389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000" dirty="0">
              <a:solidFill>
                <a:schemeClr val="tx2"/>
              </a:solidFill>
            </a:endParaRPr>
          </a:p>
        </p:txBody>
      </p:sp>
      <p:sp>
        <p:nvSpPr>
          <p:cNvPr id="10" name="Text Placeholder 9">
            <a:extLst>
              <a:ext uri="{FF2B5EF4-FFF2-40B4-BE49-F238E27FC236}">
                <a16:creationId xmlns:a16="http://schemas.microsoft.com/office/drawing/2014/main" id="{1E909DA7-1BFA-D76A-998B-F6F56A70E22B}"/>
              </a:ext>
            </a:extLst>
          </p:cNvPr>
          <p:cNvSpPr>
            <a:spLocks noGrp="1"/>
          </p:cNvSpPr>
          <p:nvPr>
            <p:ph type="body" sz="quarter" idx="17" hasCustomPrompt="1"/>
          </p:nvPr>
        </p:nvSpPr>
        <p:spPr>
          <a:xfrm>
            <a:off x="304929" y="836612"/>
            <a:ext cx="11582271" cy="4864608"/>
          </a:xfrm>
          <a:prstGeom prst="rect">
            <a:avLst/>
          </a:prstGeom>
        </p:spPr>
        <p:txBody>
          <a:bodyPr lIns="0" tIns="0" rIns="0" bIns="0" numCol="3" spcCol="144000">
            <a:spAutoFit/>
          </a:bodyPr>
          <a:lstStyle>
            <a:lvl1pPr marL="0" indent="0">
              <a:lnSpc>
                <a:spcPct val="100000"/>
              </a:lnSpc>
              <a:spcBef>
                <a:spcPts val="400"/>
              </a:spcBef>
              <a:buNone/>
              <a:defRPr sz="800">
                <a:solidFill>
                  <a:srgbClr val="141414"/>
                </a:solidFill>
              </a:defRPr>
            </a:lvl1pPr>
            <a:lvl2pPr marL="230400" indent="0">
              <a:lnSpc>
                <a:spcPct val="100000"/>
              </a:lnSpc>
              <a:buNone/>
              <a:defRPr sz="800"/>
            </a:lvl2pPr>
            <a:lvl3pPr marL="432000" indent="0">
              <a:lnSpc>
                <a:spcPct val="100000"/>
              </a:lnSpc>
              <a:buNone/>
              <a:defRPr sz="800"/>
            </a:lvl3pPr>
            <a:lvl4pPr marL="648000" indent="0">
              <a:lnSpc>
                <a:spcPct val="100000"/>
              </a:lnSpc>
              <a:buNone/>
              <a:defRPr sz="800"/>
            </a:lvl4pPr>
            <a:lvl5pPr marL="864000" indent="0">
              <a:lnSpc>
                <a:spcPct val="100000"/>
              </a:lnSpc>
              <a:buNone/>
              <a:defRPr sz="800"/>
            </a:lvl5pPr>
          </a:lstStyle>
          <a:p>
            <a:pPr lvl="0"/>
            <a:r>
              <a:rPr lang="en-US" dirty="0"/>
              <a:t>Type disclaimer text here</a:t>
            </a:r>
          </a:p>
        </p:txBody>
      </p:sp>
      <p:sp>
        <p:nvSpPr>
          <p:cNvPr id="11" name="Text Placeholder 9">
            <a:extLst>
              <a:ext uri="{FF2B5EF4-FFF2-40B4-BE49-F238E27FC236}">
                <a16:creationId xmlns:a16="http://schemas.microsoft.com/office/drawing/2014/main" id="{84F92098-2EB2-ADE2-DEE2-2474A322FC7A}"/>
              </a:ext>
            </a:extLst>
          </p:cNvPr>
          <p:cNvSpPr>
            <a:spLocks noGrp="1"/>
          </p:cNvSpPr>
          <p:nvPr>
            <p:ph type="body" sz="quarter" idx="19" hasCustomPrompt="1"/>
          </p:nvPr>
        </p:nvSpPr>
        <p:spPr>
          <a:xfrm>
            <a:off x="9945724" y="5882824"/>
            <a:ext cx="1952093" cy="153890"/>
          </a:xfrm>
          <a:prstGeom prst="rect">
            <a:avLst/>
          </a:prstGeom>
        </p:spPr>
        <p:txBody>
          <a:bodyPr lIns="0" tIns="0" rIns="0" bIns="0" anchor="ctr"/>
          <a:lstStyle>
            <a:lvl1pPr marL="0" indent="0" algn="l">
              <a:lnSpc>
                <a:spcPct val="100000"/>
              </a:lnSpc>
              <a:buNone/>
              <a:defRPr sz="1000">
                <a:solidFill>
                  <a:schemeClr val="tx2"/>
                </a:solidFill>
              </a:defRPr>
            </a:lvl1pPr>
            <a:lvl2pPr>
              <a:buNone/>
              <a:defRPr/>
            </a:lvl2pPr>
            <a:lvl3pPr>
              <a:buNone/>
              <a:defRPr/>
            </a:lvl3pPr>
            <a:lvl4pPr>
              <a:buNone/>
              <a:defRPr/>
            </a:lvl4pPr>
            <a:lvl5pPr>
              <a:buNone/>
              <a:defRPr/>
            </a:lvl5pPr>
          </a:lstStyle>
          <a:p>
            <a:pPr marL="0" indent="0">
              <a:buNone/>
            </a:pPr>
            <a:r>
              <a:rPr lang="en-US" sz="1000" dirty="0">
                <a:solidFill>
                  <a:schemeClr val="tx2"/>
                </a:solidFill>
              </a:rPr>
              <a:t>[Continued on Next Page x/y]</a:t>
            </a:r>
          </a:p>
        </p:txBody>
      </p:sp>
      <p:sp>
        <p:nvSpPr>
          <p:cNvPr id="4" name="Text Placeholder 5">
            <a:extLst>
              <a:ext uri="{FF2B5EF4-FFF2-40B4-BE49-F238E27FC236}">
                <a16:creationId xmlns:a16="http://schemas.microsoft.com/office/drawing/2014/main" id="{9C95CB2E-6B1E-DB2B-B2C9-3E19C63BF4F6}"/>
              </a:ext>
            </a:extLst>
          </p:cNvPr>
          <p:cNvSpPr>
            <a:spLocks noGrp="1"/>
          </p:cNvSpPr>
          <p:nvPr>
            <p:ph type="body" sz="quarter" idx="12" hasCustomPrompt="1"/>
          </p:nvPr>
        </p:nvSpPr>
        <p:spPr>
          <a:xfrm>
            <a:off x="306887" y="305089"/>
            <a:ext cx="7623663" cy="337032"/>
          </a:xfrm>
          <a:prstGeom prst="rect">
            <a:avLst/>
          </a:prstGeom>
        </p:spPr>
        <p:txBody>
          <a:bodyPr lIns="0" tIns="0" rIns="0" bIns="0"/>
          <a:lstStyle>
            <a:lvl1pPr marL="0" indent="0">
              <a:buNone/>
              <a:defRPr sz="1600">
                <a:latin typeface="+mn-lt"/>
              </a:defRPr>
            </a:lvl1pPr>
            <a:lvl2pPr indent="0">
              <a:buNone/>
              <a:defRPr/>
            </a:lvl2pPr>
            <a:lvl3pPr indent="0">
              <a:buNone/>
              <a:defRPr/>
            </a:lvl3pPr>
            <a:lvl4pPr indent="0">
              <a:buNone/>
              <a:defRPr/>
            </a:lvl4pPr>
            <a:lvl5pPr indent="0">
              <a:buNone/>
              <a:defRPr/>
            </a:lvl5pPr>
          </a:lstStyle>
          <a:p>
            <a:pPr lvl="0"/>
            <a:r>
              <a:rPr lang="en-US" dirty="0"/>
              <a:t>Type Slide Title Here — Keep To One Line</a:t>
            </a:r>
          </a:p>
        </p:txBody>
      </p:sp>
      <p:cxnSp>
        <p:nvCxnSpPr>
          <p:cNvPr id="9" name="Straight Connector 8">
            <a:extLst>
              <a:ext uri="{FF2B5EF4-FFF2-40B4-BE49-F238E27FC236}">
                <a16:creationId xmlns:a16="http://schemas.microsoft.com/office/drawing/2014/main" id="{AA1214DB-0F46-8E7F-A1DE-C99801F92F5C}"/>
              </a:ext>
            </a:extLst>
          </p:cNvPr>
          <p:cNvCxnSpPr>
            <a:cxnSpLocks/>
          </p:cNvCxnSpPr>
          <p:nvPr userDrawn="1"/>
        </p:nvCxnSpPr>
        <p:spPr>
          <a:xfrm>
            <a:off x="0" y="6215879"/>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EFA942E3-DC34-47E9-86DD-9F9CC6D78FB4}"/>
              </a:ext>
            </a:extLst>
          </p:cNvPr>
          <p:cNvCxnSpPr>
            <a:cxnSpLocks/>
          </p:cNvCxnSpPr>
          <p:nvPr userDrawn="1"/>
        </p:nvCxnSpPr>
        <p:spPr>
          <a:xfrm>
            <a:off x="0" y="642120"/>
            <a:ext cx="12192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7603B91-EA0F-3C78-3CAA-EE81544F703F}"/>
              </a:ext>
            </a:extLst>
          </p:cNvPr>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Tree>
    <p:extLst>
      <p:ext uri="{BB962C8B-B14F-4D97-AF65-F5344CB8AC3E}">
        <p14:creationId xmlns:p14="http://schemas.microsoft.com/office/powerpoint/2010/main" val="34288659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 Id="rId46" Type="http://schemas.openxmlformats.org/officeDocument/2006/relationships/image" Target="../media/image1.png"/><Relationship Id="rId47"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slideLayout" Target="../slideLayouts/slideLayout56.xml"/><Relationship Id="rId13" Type="http://schemas.openxmlformats.org/officeDocument/2006/relationships/slideLayout" Target="../slideLayouts/slideLayout57.xml"/><Relationship Id="rId14" Type="http://schemas.openxmlformats.org/officeDocument/2006/relationships/slideLayout" Target="../slideLayouts/slideLayout58.xml"/><Relationship Id="rId15" Type="http://schemas.openxmlformats.org/officeDocument/2006/relationships/slideLayout" Target="../slideLayouts/slideLayout59.xml"/><Relationship Id="rId16" Type="http://schemas.openxmlformats.org/officeDocument/2006/relationships/slideLayout" Target="../slideLayouts/slideLayout60.xml"/><Relationship Id="rId17" Type="http://schemas.openxmlformats.org/officeDocument/2006/relationships/slideLayout" Target="../slideLayouts/slideLayout61.xml"/><Relationship Id="rId18" Type="http://schemas.openxmlformats.org/officeDocument/2006/relationships/slideLayout" Target="../slideLayouts/slideLayout62.xml"/><Relationship Id="rId19" Type="http://schemas.openxmlformats.org/officeDocument/2006/relationships/slideLayout" Target="../slideLayouts/slideLayout63.xml"/><Relationship Id="rId20" Type="http://schemas.openxmlformats.org/officeDocument/2006/relationships/slideLayout" Target="../slideLayouts/slideLayout64.xml"/><Relationship Id="rId21" Type="http://schemas.openxmlformats.org/officeDocument/2006/relationships/slideLayout" Target="../slideLayouts/slideLayout65.xml"/><Relationship Id="rId22" Type="http://schemas.openxmlformats.org/officeDocument/2006/relationships/slideLayout" Target="../slideLayouts/slideLayout66.xml"/><Relationship Id="rId23" Type="http://schemas.openxmlformats.org/officeDocument/2006/relationships/slideLayout" Target="../slideLayouts/slideLayout67.xml"/><Relationship Id="rId24" Type="http://schemas.openxmlformats.org/officeDocument/2006/relationships/slideLayout" Target="../slideLayouts/slideLayout68.xml"/><Relationship Id="rId25" Type="http://schemas.openxmlformats.org/officeDocument/2006/relationships/slideLayout" Target="../slideLayouts/slideLayout69.xml"/><Relationship Id="rId26" Type="http://schemas.openxmlformats.org/officeDocument/2006/relationships/slideLayout" Target="../slideLayouts/slideLayout70.xml"/><Relationship Id="rId27" Type="http://schemas.openxmlformats.org/officeDocument/2006/relationships/slideLayout" Target="../slideLayouts/slideLayout71.xml"/><Relationship Id="rId28" Type="http://schemas.openxmlformats.org/officeDocument/2006/relationships/slideLayout" Target="../slideLayouts/slideLayout72.xml"/><Relationship Id="rId29" Type="http://schemas.openxmlformats.org/officeDocument/2006/relationships/slideLayout" Target="../slideLayouts/slideLayout73.xml"/><Relationship Id="rId30" Type="http://schemas.openxmlformats.org/officeDocument/2006/relationships/slideLayout" Target="../slideLayouts/slideLayout74.xml"/><Relationship Id="rId31" Type="http://schemas.openxmlformats.org/officeDocument/2006/relationships/slideLayout" Target="../slideLayouts/slideLayout75.xml"/><Relationship Id="rId32" Type="http://schemas.openxmlformats.org/officeDocument/2006/relationships/slideLayout" Target="../slideLayouts/slideLayout76.xml"/><Relationship Id="rId33" Type="http://schemas.openxmlformats.org/officeDocument/2006/relationships/slideLayout" Target="../slideLayouts/slideLayout77.xml"/><Relationship Id="rId34" Type="http://schemas.openxmlformats.org/officeDocument/2006/relationships/slideLayout" Target="../slideLayouts/slideLayout78.xml"/><Relationship Id="rId35" Type="http://schemas.openxmlformats.org/officeDocument/2006/relationships/slideLayout" Target="../slideLayouts/slideLayout79.xml"/><Relationship Id="rId36" Type="http://schemas.openxmlformats.org/officeDocument/2006/relationships/slideLayout" Target="../slideLayouts/slideLayout80.xml"/><Relationship Id="rId37" Type="http://schemas.openxmlformats.org/officeDocument/2006/relationships/slideLayout" Target="../slideLayouts/slideLayout81.xml"/><Relationship Id="rId38" Type="http://schemas.openxmlformats.org/officeDocument/2006/relationships/slideLayout" Target="../slideLayouts/slideLayout82.xml"/><Relationship Id="rId39" Type="http://schemas.openxmlformats.org/officeDocument/2006/relationships/slideLayout" Target="../slideLayouts/slideLayout83.xml"/><Relationship Id="rId40" Type="http://schemas.openxmlformats.org/officeDocument/2006/relationships/slideLayout" Target="../slideLayouts/slideLayout84.xml"/><Relationship Id="rId41" Type="http://schemas.openxmlformats.org/officeDocument/2006/relationships/theme" Target="../theme/theme2.xml"/><Relationship Id="rId42" Type="http://schemas.openxmlformats.org/officeDocument/2006/relationships/image" Target="../media/image1.png"/><Relationship Id="rId43" Type="http://schemas.openxmlformats.org/officeDocument/2006/relationships/image" Target="../media/image1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id" hidden="1">
            <a:extLst>
              <a:ext uri="{FF2B5EF4-FFF2-40B4-BE49-F238E27FC236}">
                <a16:creationId xmlns:a16="http://schemas.microsoft.com/office/drawing/2014/main" id="{73750D65-A87F-C0C2-55C7-FA59DC3FF6A6}"/>
              </a:ext>
            </a:extLst>
          </p:cNvPr>
          <p:cNvPicPr/>
          <p:nvPr userDrawn="1"/>
        </p:nvPicPr>
        <p:blipFill>
          <a:blip r:embed="rId46">
            <a:alphaModFix amt="35000"/>
          </a:blip>
          <a:srcRect/>
          <a:stretch/>
        </p:blipFill>
        <p:spPr>
          <a:xfrm>
            <a:off x="0" y="0"/>
            <a:ext cx="12192000" cy="6858000"/>
          </a:xfrm>
          <a:prstGeom prst="rect">
            <a:avLst/>
          </a:prstGeom>
        </p:spPr>
      </p:pic>
      <p:pic>
        <p:nvPicPr>
          <p:cNvPr id="9" name="Graphic 8">
            <a:extLst>
              <a:ext uri="{FF2B5EF4-FFF2-40B4-BE49-F238E27FC236}">
                <a16:creationId xmlns:a16="http://schemas.microsoft.com/office/drawing/2014/main" id="{6FE8B19C-D1B8-4F10-F002-70C61A2E81BE}"/>
              </a:ext>
            </a:extLst>
          </p:cNvPr>
          <p:cNvPicPr>
            <a:picLocks noChangeAspect="1"/>
          </p:cNvPicPr>
          <p:nvPr userDrawn="1"/>
        </p:nvPicPr>
        <p:blipFill>
          <a:blip>
            <a:extLst>
              <a:ext uri="{96DAC541-7B7A-43D3-8B79-37D633B846F1}">
                <asvg:svgBlip xmlns:asvg="http://schemas.microsoft.com/office/drawing/2016/SVG/main" r:embed="rId47"/>
              </a:ext>
            </a:extLst>
          </a:blip>
          <a:srcRect/>
          <a:stretch/>
        </p:blipFill>
        <p:spPr>
          <a:xfrm>
            <a:off x="308326" y="6335126"/>
            <a:ext cx="881455" cy="213803"/>
          </a:xfrm>
          <a:prstGeom prst="rect">
            <a:avLst/>
          </a:prstGeom>
        </p:spPr>
      </p:pic>
      <p:sp>
        <p:nvSpPr>
          <p:cNvPr id="903" name="Footer Placeholder 3"/>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7" name="Text Placeholder 6">
            <a:extLst>
              <a:ext uri="{FF2B5EF4-FFF2-40B4-BE49-F238E27FC236}">
                <a16:creationId xmlns:a16="http://schemas.microsoft.com/office/drawing/2014/main" id="{B93DCCA3-A3F7-8199-37D3-A1C034140418}"/>
              </a:ext>
            </a:extLst>
          </p:cNvPr>
          <p:cNvSpPr>
            <a:spLocks noGrp="1"/>
          </p:cNvSpPr>
          <p:nvPr>
            <p:ph type="body" idx="1"/>
          </p:nvPr>
        </p:nvSpPr>
        <p:spPr>
          <a:xfrm>
            <a:off x="308326" y="1161161"/>
            <a:ext cx="11575348" cy="113877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09006203"/>
      </p:ext>
    </p:extLst>
  </p:cSld>
  <p:clrMap bg1="lt1" tx1="dk1" bg2="lt2" tx2="dk2" accent1="accent1" accent2="accent2" accent3="accent3" accent4="accent4" accent5="accent5" accent6="accent6" hlink="hlink" folHlink="folHlink"/>
  <p:sldLayoutIdLst>
    <p:sldLayoutId id="2147484510" r:id="rId1"/>
    <p:sldLayoutId id="2147484503" r:id="rId2"/>
    <p:sldLayoutId id="2147484519" r:id="rId3"/>
    <p:sldLayoutId id="2147484521" r:id="rId4"/>
    <p:sldLayoutId id="2147484522" r:id="rId5"/>
    <p:sldLayoutId id="2147484520" r:id="rId6"/>
    <p:sldLayoutId id="2147484523" r:id="rId7"/>
    <p:sldLayoutId id="2147484504" r:id="rId8"/>
    <p:sldLayoutId id="2147484505" r:id="rId9"/>
    <p:sldLayoutId id="2147484506" r:id="rId10"/>
    <p:sldLayoutId id="2147484507" r:id="rId11"/>
    <p:sldLayoutId id="2147484524" r:id="rId12"/>
    <p:sldLayoutId id="2147484525" r:id="rId13"/>
    <p:sldLayoutId id="2147484526" r:id="rId14"/>
    <p:sldLayoutId id="2147484508" r:id="rId15"/>
    <p:sldLayoutId id="2147484502" r:id="rId16"/>
    <p:sldLayoutId id="2147484527" r:id="rId17"/>
    <p:sldLayoutId id="2147484516" r:id="rId18"/>
    <p:sldLayoutId id="2147484517" r:id="rId19"/>
    <p:sldLayoutId id="2147484515" r:id="rId20"/>
    <p:sldLayoutId id="2147484528" r:id="rId21"/>
    <p:sldLayoutId id="2147484529" r:id="rId22"/>
    <p:sldLayoutId id="2147484530" r:id="rId23"/>
    <p:sldLayoutId id="2147484531" r:id="rId24"/>
    <p:sldLayoutId id="2147484532" r:id="rId25"/>
    <p:sldLayoutId id="2147484518" r:id="rId26"/>
    <p:sldLayoutId id="2147484533" r:id="rId27"/>
    <p:sldLayoutId id="2147484534" r:id="rId28"/>
    <p:sldLayoutId id="2147484535" r:id="rId29"/>
    <p:sldLayoutId id="2147484536" r:id="rId30"/>
    <p:sldLayoutId id="2147484537" r:id="rId31"/>
    <p:sldLayoutId id="2147484538" r:id="rId32"/>
    <p:sldLayoutId id="2147484539" r:id="rId33"/>
    <p:sldLayoutId id="2147484540" r:id="rId34"/>
    <p:sldLayoutId id="2147484541" r:id="rId35"/>
    <p:sldLayoutId id="2147484542" r:id="rId36"/>
    <p:sldLayoutId id="2147484543" r:id="rId37"/>
    <p:sldLayoutId id="2147484544" r:id="rId38"/>
    <p:sldLayoutId id="2147484482" r:id="rId39"/>
    <p:sldLayoutId id="2147484481" r:id="rId40"/>
    <p:sldLayoutId id="2147484483" r:id="rId41"/>
    <p:sldLayoutId id="2147484509" r:id="rId42"/>
    <p:sldLayoutId id="2147484513" r:id="rId43"/>
    <p:sldLayoutId id="2147484511" r:id="rId44"/>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155448" indent="-153988" algn="l" defTabSz="914400" rtl="0" eaLnBrk="1" latinLnBrk="0" hangingPunct="1">
        <a:lnSpc>
          <a:spcPct val="100000"/>
        </a:lnSpc>
        <a:spcBef>
          <a:spcPts val="600"/>
        </a:spcBef>
        <a:spcAft>
          <a:spcPts val="600"/>
        </a:spcAft>
        <a:buClr>
          <a:schemeClr val="tx2"/>
        </a:buClr>
        <a:buFont typeface="Arial" panose="020B0604020202020204" pitchFamily="34" charset="0"/>
        <a:buChar char="•"/>
        <a:defRPr lang="en-US" sz="1200" kern="0" spc="0" baseline="0" dirty="0" smtClean="0">
          <a:solidFill>
            <a:schemeClr val="tx1"/>
          </a:solidFill>
          <a:latin typeface="+mn-lt"/>
          <a:ea typeface="+mn-ea"/>
          <a:cs typeface="+mn-cs"/>
        </a:defRPr>
      </a:lvl1pPr>
      <a:lvl2pPr marL="347472" indent="-155448" algn="l" defTabSz="914400" rtl="0" eaLnBrk="1" latinLnBrk="0" hangingPunct="1">
        <a:lnSpc>
          <a:spcPct val="100000"/>
        </a:lnSpc>
        <a:spcBef>
          <a:spcPts val="0"/>
        </a:spcBef>
        <a:spcAft>
          <a:spcPts val="600"/>
        </a:spcAft>
        <a:buClr>
          <a:schemeClr val="tx2"/>
        </a:buClr>
        <a:buFont typeface="Calibri" panose="020F0502020204030204" pitchFamily="34" charset="0"/>
        <a:buChar char="–"/>
        <a:defRPr lang="en-US" sz="1000" kern="0" spc="0" baseline="0" dirty="0" smtClean="0">
          <a:solidFill>
            <a:schemeClr val="tx1"/>
          </a:solidFill>
          <a:latin typeface="+mn-lt"/>
          <a:ea typeface="+mn-ea"/>
          <a:cs typeface="+mn-cs"/>
        </a:defRPr>
      </a:lvl2pPr>
      <a:lvl3pPr marL="521208" indent="-155448" algn="l" defTabSz="914400" rtl="0" eaLnBrk="1" latinLnBrk="0" hangingPunct="1">
        <a:lnSpc>
          <a:spcPct val="100000"/>
        </a:lnSpc>
        <a:spcBef>
          <a:spcPts val="0"/>
        </a:spcBef>
        <a:spcAft>
          <a:spcPts val="600"/>
        </a:spcAft>
        <a:buClr>
          <a:schemeClr val="tx2"/>
        </a:buClr>
        <a:buFont typeface="Calibri" panose="020F0502020204030204" pitchFamily="34" charset="0"/>
        <a:buChar char="◦"/>
        <a:defRPr lang="en-US" sz="1000" kern="0" spc="0" baseline="0" dirty="0" smtClean="0">
          <a:solidFill>
            <a:schemeClr val="tx1"/>
          </a:solidFill>
          <a:latin typeface="+mn-lt"/>
          <a:ea typeface="+mn-ea"/>
          <a:cs typeface="+mn-cs"/>
        </a:defRPr>
      </a:lvl3pPr>
      <a:lvl4pPr marL="694944" indent="-155448" algn="l" defTabSz="914400" rtl="0" eaLnBrk="1" latinLnBrk="0" hangingPunct="1">
        <a:lnSpc>
          <a:spcPct val="100000"/>
        </a:lnSpc>
        <a:spcBef>
          <a:spcPts val="0"/>
        </a:spcBef>
        <a:spcAft>
          <a:spcPts val="600"/>
        </a:spcAft>
        <a:buClr>
          <a:schemeClr val="tx2"/>
        </a:buClr>
        <a:buFont typeface="Arial" panose="020B0604020202020204" pitchFamily="34" charset="0"/>
        <a:buChar char="•"/>
        <a:defRPr lang="en-US" sz="1000" kern="0" spc="0" baseline="0" dirty="0" smtClean="0">
          <a:solidFill>
            <a:schemeClr val="tx1"/>
          </a:solidFill>
          <a:latin typeface="+mn-lt"/>
          <a:ea typeface="+mn-ea"/>
          <a:cs typeface="+mn-cs"/>
        </a:defRPr>
      </a:lvl4pPr>
      <a:lvl5pPr marL="868680" indent="-155448" algn="l" defTabSz="914400" rtl="0" eaLnBrk="1" latinLnBrk="0" hangingPunct="1">
        <a:lnSpc>
          <a:spcPct val="100000"/>
        </a:lnSpc>
        <a:spcBef>
          <a:spcPts val="0"/>
        </a:spcBef>
        <a:spcAft>
          <a:spcPts val="600"/>
        </a:spcAft>
        <a:buClr>
          <a:schemeClr val="tx2"/>
        </a:buClr>
        <a:buFont typeface="Calibri" panose="020F0502020204030204" pitchFamily="34" charset="0"/>
        <a:buChar char="–"/>
        <a:defRPr lang="en-US" sz="1000" kern="0" spc="0" baseline="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6" userDrawn="1">
          <p15:clr>
            <a:srgbClr val="F26B43"/>
          </p15:clr>
        </p15:guide>
        <p15:guide id="2" pos="192" userDrawn="1">
          <p15:clr>
            <a:srgbClr val="F26B43"/>
          </p15:clr>
        </p15:guide>
        <p15:guide id="3" orient="horz" pos="3984" userDrawn="1">
          <p15:clr>
            <a:srgbClr val="F26B43"/>
          </p15:clr>
        </p15:guide>
        <p15:guide id="4" pos="7488" userDrawn="1">
          <p15:clr>
            <a:srgbClr val="F26B43"/>
          </p15:clr>
        </p15:guide>
        <p15:guide id="5" orient="horz" pos="19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id" hidden="1">
            <a:extLst>
              <a:ext uri="{FF2B5EF4-FFF2-40B4-BE49-F238E27FC236}">
                <a16:creationId xmlns:a16="http://schemas.microsoft.com/office/drawing/2014/main" id="{73750D65-A87F-C0C2-55C7-FA59DC3FF6A6}"/>
              </a:ext>
            </a:extLst>
          </p:cNvPr>
          <p:cNvPicPr/>
          <p:nvPr userDrawn="1"/>
        </p:nvPicPr>
        <p:blipFill>
          <a:blip r:embed="rId42">
            <a:alphaModFix amt="35000"/>
          </a:blip>
          <a:srcRect/>
          <a:stretch/>
        </p:blipFill>
        <p:spPr>
          <a:xfrm>
            <a:off x="0" y="0"/>
            <a:ext cx="12192000" cy="6858000"/>
          </a:xfrm>
          <a:prstGeom prst="rect">
            <a:avLst/>
          </a:prstGeom>
        </p:spPr>
      </p:pic>
      <p:pic>
        <p:nvPicPr>
          <p:cNvPr id="9" name="Graphic 8">
            <a:extLst>
              <a:ext uri="{FF2B5EF4-FFF2-40B4-BE49-F238E27FC236}">
                <a16:creationId xmlns:a16="http://schemas.microsoft.com/office/drawing/2014/main" id="{6FE8B19C-D1B8-4F10-F002-70C61A2E81BE}"/>
              </a:ext>
            </a:extLst>
          </p:cNvPr>
          <p:cNvPicPr>
            <a:picLocks noChangeAspect="1"/>
          </p:cNvPicPr>
          <p:nvPr userDrawn="1"/>
        </p:nvPicPr>
        <p:blipFill>
          <a:blip>
            <a:extLst>
              <a:ext uri="{96DAC541-7B7A-43D3-8B79-37D633B846F1}">
                <asvg:svgBlip xmlns:asvg="http://schemas.microsoft.com/office/drawing/2016/SVG/main" r:embed="rId43"/>
              </a:ext>
            </a:extLst>
          </a:blip>
          <a:srcRect/>
          <a:stretch/>
        </p:blipFill>
        <p:spPr>
          <a:xfrm>
            <a:off x="308326" y="6335126"/>
            <a:ext cx="881455" cy="213803"/>
          </a:xfrm>
          <a:prstGeom prst="rect">
            <a:avLst/>
          </a:prstGeom>
        </p:spPr>
      </p:pic>
      <p:sp>
        <p:nvSpPr>
          <p:cNvPr id="903" name="Footer Placeholder 3"/>
          <p:cNvSpPr>
            <a:spLocks noGrp="1"/>
          </p:cNvSpPr>
          <p:nvPr>
            <p:ph type="ftr" sz="quarter" idx="3"/>
          </p:nvPr>
        </p:nvSpPr>
        <p:spPr>
          <a:xfrm>
            <a:off x="5318631" y="6395045"/>
            <a:ext cx="1554738" cy="153885"/>
          </a:xfrm>
          <a:prstGeom prst="rect">
            <a:avLst/>
          </a:prstGeom>
          <a:noFill/>
        </p:spPr>
        <p:txBody>
          <a:bodyPr wrap="square" lIns="0" tIns="0" rIns="0" bIns="0" rtlCol="0" anchor="ctr">
            <a:noAutofit/>
          </a:bodyPr>
          <a:lstStyle>
            <a:lvl1pPr algn="ctr">
              <a:defRPr sz="800">
                <a:solidFill>
                  <a:srgbClr val="141414"/>
                </a:solidFill>
              </a:defRPr>
            </a:lvl1pPr>
          </a:lstStyle>
          <a:p>
            <a:r>
              <a:rPr lang="en-US"/>
              <a:t>Sixth Street Highly Confidential</a:t>
            </a:r>
          </a:p>
        </p:txBody>
      </p:sp>
      <p:sp>
        <p:nvSpPr>
          <p:cNvPr id="8" name="Text Placeholder 7">
            <a:extLst>
              <a:ext uri="{FF2B5EF4-FFF2-40B4-BE49-F238E27FC236}">
                <a16:creationId xmlns:a16="http://schemas.microsoft.com/office/drawing/2014/main" id="{347D7922-5296-1C2E-3CCE-686ACBCCCEC1}"/>
              </a:ext>
            </a:extLst>
          </p:cNvPr>
          <p:cNvSpPr>
            <a:spLocks noGrp="1"/>
          </p:cNvSpPr>
          <p:nvPr>
            <p:ph type="body" idx="1"/>
          </p:nvPr>
        </p:nvSpPr>
        <p:spPr>
          <a:xfrm>
            <a:off x="308326" y="1170305"/>
            <a:ext cx="11575348" cy="435133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2252422"/>
      </p:ext>
    </p:extLst>
  </p:cSld>
  <p:clrMap bg1="lt1" tx1="dk1" bg2="lt2" tx2="dk2" accent1="accent1" accent2="accent2" accent3="accent3" accent4="accent4" accent5="accent5" accent6="accent6" hlink="hlink" folHlink="folHlink"/>
  <p:sldLayoutIdLst>
    <p:sldLayoutId id="2147484341" r:id="rId1"/>
    <p:sldLayoutId id="2147484342" r:id="rId2"/>
    <p:sldLayoutId id="2147484394" r:id="rId3"/>
    <p:sldLayoutId id="2147484343" r:id="rId4"/>
    <p:sldLayoutId id="2147484344" r:id="rId5"/>
    <p:sldLayoutId id="2147484345" r:id="rId6"/>
    <p:sldLayoutId id="2147484346" r:id="rId7"/>
    <p:sldLayoutId id="2147484347" r:id="rId8"/>
    <p:sldLayoutId id="2147484348" r:id="rId9"/>
    <p:sldLayoutId id="2147484349" r:id="rId10"/>
    <p:sldLayoutId id="2147484350" r:id="rId11"/>
    <p:sldLayoutId id="2147484351" r:id="rId12"/>
    <p:sldLayoutId id="2147484352" r:id="rId13"/>
    <p:sldLayoutId id="2147484354" r:id="rId14"/>
    <p:sldLayoutId id="2147484484" r:id="rId15"/>
    <p:sldLayoutId id="2147484359" r:id="rId16"/>
    <p:sldLayoutId id="2147484496" r:id="rId17"/>
    <p:sldLayoutId id="2147484497" r:id="rId18"/>
    <p:sldLayoutId id="2147484355" r:id="rId19"/>
    <p:sldLayoutId id="2147484356" r:id="rId20"/>
    <p:sldLayoutId id="2147484357" r:id="rId21"/>
    <p:sldLayoutId id="2147484358" r:id="rId22"/>
    <p:sldLayoutId id="2147484498" r:id="rId23"/>
    <p:sldLayoutId id="2147484499" r:id="rId24"/>
    <p:sldLayoutId id="2147484500" r:id="rId25"/>
    <p:sldLayoutId id="2147484485" r:id="rId26"/>
    <p:sldLayoutId id="2147484486" r:id="rId27"/>
    <p:sldLayoutId id="2147484487" r:id="rId28"/>
    <p:sldLayoutId id="2147484488" r:id="rId29"/>
    <p:sldLayoutId id="2147484489" r:id="rId30"/>
    <p:sldLayoutId id="2147484490" r:id="rId31"/>
    <p:sldLayoutId id="2147484491" r:id="rId32"/>
    <p:sldLayoutId id="2147484492" r:id="rId33"/>
    <p:sldLayoutId id="2147484493" r:id="rId34"/>
    <p:sldLayoutId id="2147484494" r:id="rId35"/>
    <p:sldLayoutId id="2147484495" r:id="rId36"/>
    <p:sldLayoutId id="2147484353" r:id="rId37"/>
    <p:sldLayoutId id="2147484501" r:id="rId38"/>
    <p:sldLayoutId id="2147484376" r:id="rId39"/>
    <p:sldLayoutId id="2147484514" r:id="rId40"/>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155448" indent="-155448" algn="l" defTabSz="914400" rtl="0" eaLnBrk="1" latinLnBrk="0" hangingPunct="1">
        <a:lnSpc>
          <a:spcPct val="100000"/>
        </a:lnSpc>
        <a:spcBef>
          <a:spcPts val="1000"/>
        </a:spcBef>
        <a:buFont typeface="Arial" panose="020B0604020202020204" pitchFamily="34" charset="0"/>
        <a:buChar char="•"/>
        <a:defRPr sz="1200" kern="1200">
          <a:solidFill>
            <a:schemeClr val="tx1"/>
          </a:solidFill>
          <a:latin typeface="+mn-lt"/>
          <a:ea typeface="+mn-ea"/>
          <a:cs typeface="+mn-cs"/>
        </a:defRPr>
      </a:lvl1pPr>
      <a:lvl2pPr marL="347472" indent="-155448" algn="l" defTabSz="914400" rtl="0" eaLnBrk="1" latinLnBrk="0" hangingPunct="1">
        <a:lnSpc>
          <a:spcPct val="100000"/>
        </a:lnSpc>
        <a:spcBef>
          <a:spcPts val="500"/>
        </a:spcBef>
        <a:buFont typeface="Season Sans" panose="020B0504040203010203" pitchFamily="34" charset="0"/>
        <a:buChar char="–"/>
        <a:defRPr sz="1000" kern="1200">
          <a:solidFill>
            <a:schemeClr val="tx1"/>
          </a:solidFill>
          <a:latin typeface="+mn-lt"/>
          <a:ea typeface="+mn-ea"/>
          <a:cs typeface="+mn-cs"/>
        </a:defRPr>
      </a:lvl2pPr>
      <a:lvl3pPr marL="521208" indent="-155448" algn="l" defTabSz="914400" rtl="0" eaLnBrk="1" latinLnBrk="0" hangingPunct="1">
        <a:lnSpc>
          <a:spcPct val="100000"/>
        </a:lnSpc>
        <a:spcBef>
          <a:spcPts val="500"/>
        </a:spcBef>
        <a:buFont typeface="Calibri" panose="020F0502020204030204" pitchFamily="34" charset="0"/>
        <a:buChar char="◦"/>
        <a:defRPr sz="1000" kern="1200">
          <a:solidFill>
            <a:schemeClr val="tx1"/>
          </a:solidFill>
          <a:latin typeface="+mn-lt"/>
          <a:ea typeface="+mn-ea"/>
          <a:cs typeface="+mn-cs"/>
        </a:defRPr>
      </a:lvl3pPr>
      <a:lvl4pPr marL="694944" indent="-155448" algn="l" defTabSz="914400" rtl="0" eaLnBrk="1" latinLnBrk="0" hangingPunct="1">
        <a:lnSpc>
          <a:spcPct val="100000"/>
        </a:lnSpc>
        <a:spcBef>
          <a:spcPts val="500"/>
        </a:spcBef>
        <a:buFont typeface="Arial" panose="020B0604020202020204" pitchFamily="34" charset="0"/>
        <a:buChar char="•"/>
        <a:defRPr sz="1000" kern="1200">
          <a:solidFill>
            <a:schemeClr val="tx1"/>
          </a:solidFill>
          <a:latin typeface="+mn-lt"/>
          <a:ea typeface="+mn-ea"/>
          <a:cs typeface="+mn-cs"/>
        </a:defRPr>
      </a:lvl4pPr>
      <a:lvl5pPr marL="868680" indent="-155448" algn="l" defTabSz="914400" rtl="0" eaLnBrk="1" latinLnBrk="0" hangingPunct="1">
        <a:lnSpc>
          <a:spcPct val="100000"/>
        </a:lnSpc>
        <a:spcBef>
          <a:spcPts val="500"/>
        </a:spcBef>
        <a:buFont typeface="Season Sans" panose="020B0504040203010203"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userDrawn="1">
          <p15:clr>
            <a:srgbClr val="F26B43"/>
          </p15:clr>
        </p15:guide>
        <p15:guide id="2" pos="192" userDrawn="1">
          <p15:clr>
            <a:srgbClr val="F26B43"/>
          </p15:clr>
        </p15:guide>
        <p15:guide id="3" pos="7488" userDrawn="1">
          <p15:clr>
            <a:srgbClr val="F26B43"/>
          </p15:clr>
        </p15:guide>
        <p15:guide id="4" orient="horz" pos="4133" userDrawn="1">
          <p15:clr>
            <a:srgbClr val="F26B43"/>
          </p15:clr>
        </p15:guide>
        <p15:guide id="5" orient="horz" pos="456" userDrawn="1">
          <p15:clr>
            <a:srgbClr val="547EBF"/>
          </p15:clr>
        </p15:guide>
        <p15:guide id="6" orient="horz" pos="3984"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2BA8D-7D8C-4FA5-C6C1-2F7BF9812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FF2DA-5CC8-0248-E606-1F1DDCD94928}"/>
              </a:ext>
            </a:extLst>
          </p:cNvPr>
          <p:cNvSpPr>
            <a:spLocks noGrp="1"/>
          </p:cNvSpPr>
          <p:nvPr>
            <p:ph type="ctrTitle"/>
          </p:nvPr>
        </p:nvSpPr>
        <p:spPr>
          <a:xfrm>
            <a:off x="306659" y="3126481"/>
            <a:ext cx="6217233" cy="1428792"/>
          </a:xfrm>
        </p:spPr>
        <p:txBody>
          <a:bodyPr/>
          <a:lstStyle/>
          <a:p>
            <a:r>
              <a:rPr lang="en-US" dirty="0"/>
              <a:t>The Woodlands</a:t>
            </a:r>
          </a:p>
        </p:txBody>
      </p:sp>
      <p:sp>
        <p:nvSpPr>
          <p:cNvPr id="3" name="Text Placeholder 2">
            <a:extLst>
              <a:ext uri="{FF2B5EF4-FFF2-40B4-BE49-F238E27FC236}">
                <a16:creationId xmlns:a16="http://schemas.microsoft.com/office/drawing/2014/main" id="{A656F50B-BF55-DF6B-A876-E73C906239F3}"/>
              </a:ext>
            </a:extLst>
          </p:cNvPr>
          <p:cNvSpPr>
            <a:spLocks noGrp="1"/>
          </p:cNvSpPr>
          <p:nvPr>
            <p:ph type="body" sz="quarter" idx="11"/>
          </p:nvPr>
        </p:nvSpPr>
        <p:spPr>
          <a:xfrm>
            <a:off x="306660" y="4394200"/>
            <a:ext cx="6217232" cy="1849974"/>
          </a:xfrm>
        </p:spPr>
        <p:txBody>
          <a:bodyPr anchor="t">
            <a:normAutofit/>
          </a:bodyPr>
          <a:lstStyle/>
          <a:p>
            <a:pPr>
              <a:lnSpc>
                <a:spcPct val="110000"/>
              </a:lnSpc>
              <a:spcBef>
                <a:spcPts val="0"/>
              </a:spcBef>
            </a:pPr>
            <a:r>
              <a:rPr lang="en-US" dirty="0"/>
              <a:t>October 2026</a:t>
            </a:r>
          </a:p>
          <a:p>
            <a:pPr>
              <a:lnSpc>
                <a:spcPct val="110000"/>
              </a:lnSpc>
              <a:spcBef>
                <a:spcPts val="0"/>
              </a:spcBef>
            </a:pPr>
            <a:r>
              <a:rPr lang="en-US" sz="1000" dirty="0"/>
              <a:t>Market Overview: Economy, Demographics and Travel Demand Drivers</a:t>
            </a:r>
          </a:p>
        </p:txBody>
      </p:sp>
      <p:sp>
        <p:nvSpPr>
          <p:cNvPr id="4" name="Footer Placeholder 3">
            <a:extLst>
              <a:ext uri="{FF2B5EF4-FFF2-40B4-BE49-F238E27FC236}">
                <a16:creationId xmlns:a16="http://schemas.microsoft.com/office/drawing/2014/main" id="{2C570547-7565-F4A5-D20C-29697E622CFD}"/>
              </a:ext>
            </a:extLst>
          </p:cNvPr>
          <p:cNvSpPr>
            <a:spLocks noGrp="1"/>
          </p:cNvSpPr>
          <p:nvPr>
            <p:ph type="ftr" sz="quarter" idx="3"/>
          </p:nvPr>
        </p:nvSpPr>
        <p:spPr>
          <a:xfrm>
            <a:off x="5318631" y="6395045"/>
            <a:ext cx="1554738" cy="153885"/>
          </a:xfrm>
        </p:spPr>
        <p:txBody>
          <a:bodyPr/>
          <a:lstStyle/>
          <a:p>
            <a:r>
              <a:rPr lang="en-US" dirty="0"/>
              <a:t>Sixth Street Highly Confidential</a:t>
            </a:r>
          </a:p>
        </p:txBody>
      </p:sp>
    </p:spTree>
    <p:extLst>
      <p:ext uri="{BB962C8B-B14F-4D97-AF65-F5344CB8AC3E}">
        <p14:creationId xmlns:p14="http://schemas.microsoft.com/office/powerpoint/2010/main" val="337238070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Regional Economic Overview</a:t>
            </a:r>
          </a:p>
        </p:txBody>
      </p:sp>
      <p:sp>
        <p:nvSpPr>
          <p:cNvPr id="4" name="Footer Placeholder 3">
            <a:extLst>
              <a:ext uri="{FF2B5EF4-FFF2-40B4-BE49-F238E27FC236}">
                <a16:creationId xmlns:a16="http://schemas.microsoft.com/office/drawing/2014/main" id="{C1AA4414-BA3F-9490-AC67-569C548ACCF8}"/>
              </a:ext>
            </a:extLst>
          </p:cNvPr>
          <p:cNvSpPr>
            <a:spLocks noGrp="1"/>
          </p:cNvSpPr>
          <p:nvPr>
            <p:ph type="ftr" sz="quarter" idx="3"/>
          </p:nvPr>
        </p:nvSpPr>
        <p:spPr/>
        <p:txBody>
          <a:bodyPr/>
          <a:lstStyle/>
          <a:p>
            <a:r>
              <a:rPr lang="en-US" sz="800"/>
              <a:t>Sixth Street Highly Confidential</a:t>
            </a:r>
            <a:endParaRPr lang="en-US" sz="800" dirty="0"/>
          </a:p>
        </p:txBody>
      </p:sp>
      <p:sp>
        <p:nvSpPr>
          <p:cNvPr id="5" name="Rectangle 4"/>
          <p:cNvSpPr/>
          <p:nvPr/>
        </p:nvSpPr>
        <p:spPr>
          <a:xfrm>
            <a:off x="310896" y="685800"/>
            <a:ext cx="11576304" cy="1600200"/>
          </a:xfrm>
          <a:prstGeom prst="rect">
            <a:avLst/>
          </a:prstGeom>
          <a:solidFill>
            <a:srgbClr val="D7E4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just" marL="155448" indent="-153988">
              <a:spcBef>
                <a:spcPts val="300"/>
              </a:spcBef>
              <a:spcAft>
                <a:spcPts val="300"/>
              </a:spcAft>
              <a:buClr>
                <a:srgbClr val="004A48"/>
              </a:buClr>
              <a:buFont typeface="Arial"/>
              <a:buChar char="•"/>
            </a:pPr>
            <a:r>
              <a:rPr sz="1000" b="1" i="0">
                <a:solidFill>
                  <a:srgbClr val="000000"/>
                </a:solidFill>
              </a:rPr>
              <a:t>Scale: </a:t>
            </a:r>
            <a:r>
              <a:rPr sz="1000" b="0" i="0">
                <a:solidFill>
                  <a:srgbClr val="000000"/>
                </a:solidFill>
              </a:rPr>
              <a:t>Greater Houston generated an estimated $758.3B of GDP in 2024 (GHP estimate), up from $697B in 2023, and added 3.8% to its population to reach ~7.8M residents in the year to July 2024.</a:t>
            </a:r>
          </a:p>
          <a:p>
            <a:pPr algn="just" marL="155448" indent="-153988">
              <a:spcBef>
                <a:spcPts val="300"/>
              </a:spcBef>
              <a:spcAft>
                <a:spcPts val="300"/>
              </a:spcAft>
              <a:buClr>
                <a:srgbClr val="004A48"/>
              </a:buClr>
              <a:buFont typeface="Arial"/>
              <a:buChar char="•"/>
            </a:pPr>
            <a:r>
              <a:rPr sz="1000" b="1" i="0">
                <a:solidFill>
                  <a:srgbClr val="000000"/>
                </a:solidFill>
              </a:rPr>
              <a:t>Growth Moderating: </a:t>
            </a:r>
            <a:r>
              <a:rPr sz="1000" b="0" i="0">
                <a:solidFill>
                  <a:srgbClr val="000000"/>
                </a:solidFill>
              </a:rPr>
              <a:t>Houston MSA job growth is forecast at ~30,900 jobs (+0.9%) in 2026 versus a recent average of ~50,000 jobs per year, as health care (+14,000), construction (+6,100), and public education (+5,800) offset losses in administrative support, manufacturing, and oil and gas extraction.</a:t>
            </a:r>
          </a:p>
          <a:p>
            <a:pPr algn="just" marL="155448" indent="-153988">
              <a:spcBef>
                <a:spcPts val="300"/>
              </a:spcBef>
              <a:spcAft>
                <a:spcPts val="300"/>
              </a:spcAft>
              <a:buClr>
                <a:srgbClr val="004A48"/>
              </a:buClr>
              <a:buFont typeface="Arial"/>
              <a:buChar char="•"/>
            </a:pPr>
            <a:r>
              <a:rPr sz="1000" b="1" i="0">
                <a:solidFill>
                  <a:srgbClr val="000000"/>
                </a:solidFill>
              </a:rPr>
              <a:t>Local Employer Base: </a:t>
            </a:r>
            <a:r>
              <a:rPr sz="1000" b="0" i="0">
                <a:solidFill>
                  <a:srgbClr val="000000"/>
                </a:solidFill>
              </a:rPr>
              <a:t>The Woodlands major employer base declined 2.0% to 40,358 jobs in the 2026 EDP report on chemicals restructuring, yet remains 33% above its level ten years ago, with health care representing 32.5% of the workforce.</a:t>
            </a:r>
          </a:p>
          <a:p>
            <a:pPr algn="just" marL="155448" indent="-153988">
              <a:spcBef>
                <a:spcPts val="300"/>
              </a:spcBef>
              <a:spcAft>
                <a:spcPts val="300"/>
              </a:spcAft>
              <a:buClr>
                <a:srgbClr val="004A48"/>
              </a:buClr>
              <a:buFont typeface="Arial"/>
              <a:buChar char="•"/>
            </a:pPr>
            <a:r>
              <a:rPr sz="1000" b="1" i="0">
                <a:solidFill>
                  <a:srgbClr val="000000"/>
                </a:solidFill>
              </a:rPr>
              <a:t>Consumer Spending: </a:t>
            </a:r>
            <a:r>
              <a:rPr sz="1000" b="0" i="0">
                <a:solidFill>
                  <a:srgbClr val="000000"/>
                </a:solidFill>
              </a:rPr>
              <a:t>Township sales tax collections increased 9.7% YoY to $41.3M through Q2 2025, indicating resilient local spending despite the "pause" in hiring the EDP described entering 2026.</a:t>
            </a:r>
          </a:p>
        </p:txBody>
      </p:sp>
      <p:sp>
        <p:nvSpPr>
          <p:cNvPr id="6" name="TextBox 5"/>
          <p:cNvSpPr txBox="1"/>
          <p:nvPr/>
        </p:nvSpPr>
        <p:spPr>
          <a:xfrm>
            <a:off x="310896" y="2395728"/>
            <a:ext cx="6675120" cy="237744"/>
          </a:xfrm>
          <a:prstGeom prst="rect">
            <a:avLst/>
          </a:prstGeom>
          <a:noFill/>
        </p:spPr>
        <p:txBody>
          <a:bodyPr wrap="square" anchor="b" lIns="36576" rIns="36576" tIns="18288" bIns="18288">
            <a:spAutoFit/>
          </a:bodyPr>
          <a:lstStyle/>
          <a:p>
            <a:pPr algn="l">
              <a:spcBef>
                <a:spcPts val="200"/>
              </a:spcBef>
              <a:spcAft>
                <a:spcPts val="200"/>
              </a:spcAft>
              <a:buNone/>
            </a:pPr>
            <a:r>
              <a:rPr sz="1000" b="1" i="0">
                <a:solidFill>
                  <a:srgbClr val="004A48"/>
                </a:solidFill>
              </a:rPr>
              <a:t>MACRO SNAPSHOT</a:t>
            </a:r>
          </a:p>
        </p:txBody>
      </p:sp>
      <p:cxnSp>
        <p:nvCxnSpPr>
          <p:cNvPr id="7" name="Connector 6"/>
          <p:cNvCxnSpPr/>
          <p:nvPr/>
        </p:nvCxnSpPr>
        <p:spPr>
          <a:xfrm>
            <a:off x="310896" y="2642616"/>
            <a:ext cx="6675120" cy="0"/>
          </a:xfrm>
          <a:prstGeom prst="line">
            <a:avLst/>
          </a:prstGeom>
          <a:ln w="9525">
            <a:solidFill>
              <a:srgbClr val="004A48"/>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310896" y="2697480"/>
          <a:ext cx="6675119" cy="2962656"/>
        </p:xfrm>
        <a:graphic>
          <a:graphicData uri="http://schemas.openxmlformats.org/drawingml/2006/table">
            <a:tbl>
              <a:tblPr firstRow="0" bandRow="0"/>
              <a:tblGrid>
                <a:gridCol w="2391087"/>
                <a:gridCol w="1693687"/>
                <a:gridCol w="2590345"/>
              </a:tblGrid>
              <a:tr h="329184">
                <a:tc>
                  <a:txBody>
                    <a:bodyPr wrap="square"/>
                    <a:lstStyle/>
                    <a:p>
                      <a:pPr algn="l"/>
                      <a:r>
                        <a:rPr sz="900" b="1" i="0"/>
                        <a:t>Metric</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Latest</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Context</a:t>
                      </a:r>
                    </a:p>
                  </a:txBody>
                  <a:tcPr marL="54864" marR="54864" marT="22860" marB="22860" anchor="ctr">
                    <a:lnL w="0">
                      <a:noFill/>
                    </a:lnL>
                    <a:lnR w="0">
                      <a:noFill/>
                    </a:lnR>
                    <a:lnT w="0">
                      <a:noFill/>
                    </a:lnT>
                    <a:lnB w="12700">
                      <a:solidFill>
                        <a:srgbClr val="004A48"/>
                      </a:solidFill>
                    </a:lnB>
                    <a:noFill/>
                  </a:tcPr>
                </a:tc>
              </a:tr>
              <a:tr h="329184">
                <a:tc>
                  <a:txBody>
                    <a:bodyPr wrap="square"/>
                    <a:lstStyle/>
                    <a:p>
                      <a:pPr algn="l"/>
                      <a:r>
                        <a:rPr sz="900" b="0" i="0"/>
                        <a:t>Houston MSA GDP</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$758.3B (2024E)</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vs. $697B in 2023 (GHP estimate)</a:t>
                      </a:r>
                    </a:p>
                  </a:txBody>
                  <a:tcPr marL="54864" marR="54864" marT="22860" marB="22860" anchor="ctr">
                    <a:lnL w="0">
                      <a:noFill/>
                    </a:lnL>
                    <a:lnR w="0">
                      <a:noFill/>
                    </a:lnR>
                    <a:lnT w="0">
                      <a:noFill/>
                    </a:lnT>
                    <a:lnB w="6350">
                      <a:solidFill>
                        <a:srgbClr val="D7E4D9"/>
                      </a:solidFill>
                    </a:lnB>
                    <a:noFill/>
                  </a:tcPr>
                </a:tc>
              </a:tr>
              <a:tr h="329184">
                <a:tc>
                  <a:txBody>
                    <a:bodyPr wrap="square"/>
                    <a:lstStyle/>
                    <a:p>
                      <a:pPr algn="l"/>
                      <a:r>
                        <a:rPr sz="900" b="0" i="0"/>
                        <a:t>Houston MSA population</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~7.8M (Jul 2024)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+3.8% vs. 2023</a:t>
                      </a:r>
                    </a:p>
                  </a:txBody>
                  <a:tcPr marL="54864" marR="54864" marT="22860" marB="22860" anchor="ctr">
                    <a:lnL w="0">
                      <a:noFill/>
                    </a:lnL>
                    <a:lnR w="0">
                      <a:noFill/>
                    </a:lnR>
                    <a:lnT w="0">
                      <a:noFill/>
                    </a:lnT>
                    <a:lnB w="6350">
                      <a:solidFill>
                        <a:srgbClr val="D7E4D9"/>
                      </a:solidFill>
                    </a:lnB>
                    <a:noFill/>
                  </a:tcPr>
                </a:tc>
              </a:tr>
              <a:tr h="329184">
                <a:tc>
                  <a:txBody>
                    <a:bodyPr wrap="square"/>
                    <a:lstStyle/>
                    <a:p>
                      <a:pPr algn="l"/>
                      <a:r>
                        <a:rPr sz="900" b="0" i="0"/>
                        <a:t>Houston MSA job growth (2026E)</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+30,900 jobs (+0.9%)</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vs. ~50,000 jobs per year recently</a:t>
                      </a:r>
                    </a:p>
                  </a:txBody>
                  <a:tcPr marL="54864" marR="54864" marT="22860" marB="22860" anchor="ctr">
                    <a:lnL w="0">
                      <a:noFill/>
                    </a:lnL>
                    <a:lnR w="0">
                      <a:noFill/>
                    </a:lnR>
                    <a:lnT w="0">
                      <a:noFill/>
                    </a:lnT>
                    <a:lnB w="6350">
                      <a:solidFill>
                        <a:srgbClr val="D7E4D9"/>
                      </a:solidFill>
                    </a:lnB>
                    <a:noFill/>
                  </a:tcPr>
                </a:tc>
              </a:tr>
              <a:tr h="329184">
                <a:tc>
                  <a:txBody>
                    <a:bodyPr wrap="square"/>
                    <a:lstStyle/>
                    <a:p>
                      <a:pPr algn="l"/>
                      <a:r>
                        <a:rPr sz="900" b="0" i="0"/>
                        <a:t>Dallas Fed Houston outlook</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 job growth</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2026 outlook</a:t>
                      </a:r>
                    </a:p>
                  </a:txBody>
                  <a:tcPr marL="54864" marR="54864" marT="22860" marB="22860" anchor="ctr">
                    <a:lnL w="0">
                      <a:noFill/>
                    </a:lnL>
                    <a:lnR w="0">
                      <a:noFill/>
                    </a:lnR>
                    <a:lnT w="0">
                      <a:noFill/>
                    </a:lnT>
                    <a:lnB w="6350">
                      <a:solidFill>
                        <a:srgbClr val="D7E4D9"/>
                      </a:solidFill>
                    </a:lnB>
                    <a:noFill/>
                  </a:tcPr>
                </a:tc>
              </a:tr>
              <a:tr h="329184">
                <a:tc>
                  <a:txBody>
                    <a:bodyPr wrap="square"/>
                    <a:lstStyle/>
                    <a:p>
                      <a:pPr algn="l"/>
                      <a:r>
                        <a:rPr sz="900" b="0" i="0"/>
                        <a:t>Township major employer jobs</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40,358</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(2.0%) vs. 41,103; +33% in 10 years</a:t>
                      </a:r>
                    </a:p>
                  </a:txBody>
                  <a:tcPr marL="54864" marR="54864" marT="22860" marB="22860" anchor="ctr">
                    <a:lnL w="0">
                      <a:noFill/>
                    </a:lnL>
                    <a:lnR w="0">
                      <a:noFill/>
                    </a:lnR>
                    <a:lnT w="0">
                      <a:noFill/>
                    </a:lnT>
                    <a:lnB w="6350">
                      <a:solidFill>
                        <a:srgbClr val="D7E4D9"/>
                      </a:solidFill>
                    </a:lnB>
                    <a:noFill/>
                  </a:tcPr>
                </a:tc>
              </a:tr>
              <a:tr h="329184">
                <a:tc>
                  <a:txBody>
                    <a:bodyPr wrap="square"/>
                    <a:lstStyle/>
                    <a:p>
                      <a:pPr algn="l"/>
                      <a:r>
                        <a:rPr sz="900" b="0" i="0"/>
                        <a:t>Office / commercial vacancy</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 to 14%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vs. ~26% in Houston CBD</a:t>
                      </a:r>
                    </a:p>
                  </a:txBody>
                  <a:tcPr marL="54864" marR="54864" marT="22860" marB="22860" anchor="ctr">
                    <a:lnL w="0">
                      <a:noFill/>
                    </a:lnL>
                    <a:lnR w="0">
                      <a:noFill/>
                    </a:lnR>
                    <a:lnT w="0">
                      <a:noFill/>
                    </a:lnT>
                    <a:lnB w="6350">
                      <a:solidFill>
                        <a:srgbClr val="D7E4D9"/>
                      </a:solidFill>
                    </a:lnB>
                    <a:noFill/>
                  </a:tcPr>
                </a:tc>
              </a:tr>
              <a:tr h="329184">
                <a:tc>
                  <a:txBody>
                    <a:bodyPr wrap="square"/>
                    <a:lstStyle/>
                    <a:p>
                      <a:pPr algn="l"/>
                      <a:r>
                        <a:rPr sz="900" b="0" i="0"/>
                        <a:t>Township sales tax (Q2 2025 YTD)</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$41.3M</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+9.7% YoY</a:t>
                      </a:r>
                    </a:p>
                  </a:txBody>
                  <a:tcPr marL="54864" marR="54864" marT="22860" marB="22860" anchor="ctr">
                    <a:lnL w="0">
                      <a:noFill/>
                    </a:lnL>
                    <a:lnR w="0">
                      <a:noFill/>
                    </a:lnR>
                    <a:lnT w="0">
                      <a:noFill/>
                    </a:lnT>
                    <a:lnB w="6350">
                      <a:solidFill>
                        <a:srgbClr val="D7E4D9"/>
                      </a:solidFill>
                    </a:lnB>
                    <a:noFill/>
                  </a:tcPr>
                </a:tc>
              </a:tr>
              <a:tr h="329184">
                <a:tc>
                  <a:txBody>
                    <a:bodyPr wrap="square"/>
                    <a:lstStyle/>
                    <a:p>
                      <a:pPr algn="l"/>
                      <a:r>
                        <a:rPr sz="900" b="0" i="0"/>
                        <a:t>Township hotel tax (Q2 2025 YTD)</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$5.2M</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+2.7% YoY; FY2025 over $10.3M</a:t>
                      </a:r>
                    </a:p>
                  </a:txBody>
                  <a:tcPr marL="54864" marR="54864" marT="22860" marB="22860" anchor="ctr">
                    <a:lnL w="0">
                      <a:noFill/>
                    </a:lnL>
                    <a:lnR w="0">
                      <a:noFill/>
                    </a:lnR>
                    <a:lnT w="0">
                      <a:noFill/>
                    </a:lnT>
                    <a:lnB w="6350">
                      <a:solidFill>
                        <a:srgbClr val="D7E4D9"/>
                      </a:solidFill>
                    </a:lnB>
                    <a:noFill/>
                  </a:tcPr>
                </a:tc>
              </a:tr>
            </a:tbl>
          </a:graphicData>
        </a:graphic>
      </p:graphicFrame>
      <p:sp>
        <p:nvSpPr>
          <p:cNvPr id="9" name="TextBox 8"/>
          <p:cNvSpPr txBox="1"/>
          <p:nvPr/>
        </p:nvSpPr>
        <p:spPr>
          <a:xfrm>
            <a:off x="7223760" y="2395728"/>
            <a:ext cx="4663440" cy="237744"/>
          </a:xfrm>
          <a:prstGeom prst="rect">
            <a:avLst/>
          </a:prstGeom>
          <a:noFill/>
        </p:spPr>
        <p:txBody>
          <a:bodyPr wrap="square" anchor="b" lIns="36576" rIns="36576" tIns="18288" bIns="18288">
            <a:spAutoFit/>
          </a:bodyPr>
          <a:lstStyle/>
          <a:p>
            <a:pPr algn="l">
              <a:spcBef>
                <a:spcPts val="200"/>
              </a:spcBef>
              <a:spcAft>
                <a:spcPts val="200"/>
              </a:spcAft>
              <a:buNone/>
            </a:pPr>
            <a:r>
              <a:rPr sz="1000" b="1" i="0">
                <a:solidFill>
                  <a:srgbClr val="004A48"/>
                </a:solidFill>
              </a:rPr>
              <a:t>HOUSTON MSA 2026E JOB GROWTH BY SECTOR (000S)</a:t>
            </a:r>
          </a:p>
        </p:txBody>
      </p:sp>
      <p:cxnSp>
        <p:nvCxnSpPr>
          <p:cNvPr id="10" name="Connector 9"/>
          <p:cNvCxnSpPr/>
          <p:nvPr/>
        </p:nvCxnSpPr>
        <p:spPr>
          <a:xfrm>
            <a:off x="7223760" y="2642616"/>
            <a:ext cx="4663440" cy="0"/>
          </a:xfrm>
          <a:prstGeom prst="line">
            <a:avLst/>
          </a:prstGeom>
          <a:ln w="9525">
            <a:solidFill>
              <a:srgbClr val="004A48"/>
            </a:solidFill>
          </a:ln>
        </p:spPr>
        <p:style>
          <a:lnRef idx="2">
            <a:schemeClr val="accent1"/>
          </a:lnRef>
          <a:fillRef idx="0">
            <a:schemeClr val="accent1"/>
          </a:fillRef>
          <a:effectRef idx="1">
            <a:schemeClr val="accent1"/>
          </a:effectRef>
          <a:fontRef idx="minor">
            <a:schemeClr val="tx1"/>
          </a:fontRef>
        </p:style>
      </p:cxnSp>
      <p:graphicFrame>
        <p:nvGraphicFramePr>
          <p:cNvPr id="11" name="Chart 10"/>
          <p:cNvGraphicFramePr>
            <a:graphicFrameLocks noGrp="1"/>
          </p:cNvGraphicFramePr>
          <p:nvPr/>
        </p:nvGraphicFramePr>
        <p:xfrm>
          <a:off x="7223760" y="2697480"/>
          <a:ext cx="4663440" cy="3017520"/>
        </p:xfrm>
        <a:graphic>
          <a:graphicData uri="http://schemas.openxmlformats.org/drawingml/2006/chart">
            <c:chart xmlns:c="http://schemas.openxmlformats.org/drawingml/2006/chart" r:id="rId2"/>
          </a:graphicData>
        </a:graphic>
      </p:graphicFrame>
      <p:sp>
        <p:nvSpPr>
          <p:cNvPr id="12" name="TextBox 11"/>
          <p:cNvSpPr txBox="1"/>
          <p:nvPr/>
        </p:nvSpPr>
        <p:spPr>
          <a:xfrm>
            <a:off x="310896" y="5760720"/>
            <a:ext cx="11576304" cy="384048"/>
          </a:xfrm>
          <a:prstGeom prst="rect">
            <a:avLst/>
          </a:prstGeom>
          <a:noFill/>
        </p:spPr>
        <p:txBody>
          <a:bodyPr wrap="square" anchor="b" lIns="36576" rIns="36576" tIns="18288" bIns="18288">
            <a:spAutoFit/>
          </a:bodyPr>
          <a:lstStyle/>
          <a:p>
            <a:pPr algn="l">
              <a:spcBef>
                <a:spcPts val="200"/>
              </a:spcBef>
              <a:spcAft>
                <a:spcPts val="200"/>
              </a:spcAft>
              <a:buNone/>
            </a:pPr>
            <a:r>
              <a:rPr sz="700" b="0" i="1">
                <a:solidFill>
                  <a:srgbClr val="7F7F7F"/>
                </a:solidFill>
              </a:rPr>
              <a:t>Source: Greater Houston Partnership (Houston Facts 2025; 2026 forecast published Dec. 2025), Federal Reserve Bank of Dallas, The Woodlands Area EDP 2026 Major Employers Report, Visit The Woodlands Q2 2025 Report. Note: GHP 2024 GDP is a county based estimate; forecasts are as published and have not been updated for 2026 results to 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Demographics &amp; Population Growth</a:t>
            </a:r>
          </a:p>
        </p:txBody>
      </p:sp>
      <p:sp>
        <p:nvSpPr>
          <p:cNvPr id="4" name="Footer Placeholder 3">
            <a:extLst>
              <a:ext uri="{FF2B5EF4-FFF2-40B4-BE49-F238E27FC236}">
                <a16:creationId xmlns:a16="http://schemas.microsoft.com/office/drawing/2014/main" id="{C1AA4414-BA3F-9490-AC67-569C548ACCF8}"/>
              </a:ext>
            </a:extLst>
          </p:cNvPr>
          <p:cNvSpPr>
            <a:spLocks noGrp="1"/>
          </p:cNvSpPr>
          <p:nvPr>
            <p:ph type="ftr" sz="quarter" idx="3"/>
          </p:nvPr>
        </p:nvSpPr>
        <p:spPr/>
        <p:txBody>
          <a:bodyPr/>
          <a:lstStyle/>
          <a:p>
            <a:r>
              <a:rPr lang="en-US" sz="800"/>
              <a:t>Sixth Street Highly Confidential</a:t>
            </a:r>
            <a:endParaRPr lang="en-US" sz="800" dirty="0"/>
          </a:p>
        </p:txBody>
      </p:sp>
      <p:sp>
        <p:nvSpPr>
          <p:cNvPr id="5" name="Rectangle 4"/>
          <p:cNvSpPr/>
          <p:nvPr/>
        </p:nvSpPr>
        <p:spPr>
          <a:xfrm>
            <a:off x="310896" y="685800"/>
            <a:ext cx="11576304" cy="1097280"/>
          </a:xfrm>
          <a:prstGeom prst="rect">
            <a:avLst/>
          </a:prstGeom>
          <a:solidFill>
            <a:srgbClr val="D7E4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just" marL="155448" indent="-153988">
              <a:spcBef>
                <a:spcPts val="300"/>
              </a:spcBef>
              <a:spcAft>
                <a:spcPts val="300"/>
              </a:spcAft>
              <a:buClr>
                <a:srgbClr val="004A48"/>
              </a:buClr>
              <a:buFont typeface="Arial"/>
              <a:buChar char="•"/>
            </a:pPr>
            <a:r>
              <a:rPr sz="1000" b="1" i="0">
                <a:solidFill>
                  <a:srgbClr val="000000"/>
                </a:solidFill>
              </a:rPr>
              <a:t>Population: </a:t>
            </a:r>
            <a:r>
              <a:rPr sz="1000" b="0" i="0">
                <a:solidFill>
                  <a:srgbClr val="000000"/>
                </a:solidFill>
              </a:rPr>
              <a:t>Montgomery County reached 781,194 residents in July 2025, growing 4.2% in the past year and 25.9% since April 2020, while The Woodlands has grown ~45% over ten years to an estimated ~122,000 residents.</a:t>
            </a:r>
          </a:p>
          <a:p>
            <a:pPr algn="just" marL="155448" indent="-153988">
              <a:spcBef>
                <a:spcPts val="300"/>
              </a:spcBef>
              <a:spcAft>
                <a:spcPts val="300"/>
              </a:spcAft>
              <a:buClr>
                <a:srgbClr val="004A48"/>
              </a:buClr>
              <a:buFont typeface="Arial"/>
              <a:buChar char="•"/>
            </a:pPr>
            <a:r>
              <a:rPr sz="1000" b="1" i="0">
                <a:solidFill>
                  <a:srgbClr val="000000"/>
                </a:solidFill>
              </a:rPr>
              <a:t>Affluence: </a:t>
            </a:r>
            <a:r>
              <a:rPr sz="1000" b="0" i="0">
                <a:solidFill>
                  <a:srgbClr val="000000"/>
                </a:solidFill>
              </a:rPr>
              <a:t>Median household income of $141,353 in The Woodlands CDP (2019 to 2023) is well above the national median, with average household income of $174,215 within a 3 mile radius.</a:t>
            </a:r>
          </a:p>
          <a:p>
            <a:pPr algn="just" marL="155448" indent="-153988">
              <a:spcBef>
                <a:spcPts val="300"/>
              </a:spcBef>
              <a:spcAft>
                <a:spcPts val="300"/>
              </a:spcAft>
              <a:buClr>
                <a:srgbClr val="004A48"/>
              </a:buClr>
              <a:buFont typeface="Arial"/>
              <a:buChar char="•"/>
            </a:pPr>
            <a:r>
              <a:rPr sz="1000" b="1" i="0">
                <a:solidFill>
                  <a:srgbClr val="000000"/>
                </a:solidFill>
              </a:rPr>
              <a:t>Workforce: </a:t>
            </a:r>
            <a:r>
              <a:rPr sz="1000" b="0" i="0">
                <a:solidFill>
                  <a:srgbClr val="000000"/>
                </a:solidFill>
              </a:rPr>
              <a:t>Health care represents 32.5% of major employer jobs, education ranks second, and the EDP cites capacity for 4M SF of office and commercial space supporting 15,000 to 20,000 additional jobs.</a:t>
            </a:r>
          </a:p>
        </p:txBody>
      </p:sp>
      <p:sp>
        <p:nvSpPr>
          <p:cNvPr id="6" name="TextBox 5"/>
          <p:cNvSpPr txBox="1"/>
          <p:nvPr/>
        </p:nvSpPr>
        <p:spPr>
          <a:xfrm>
            <a:off x="310896" y="1920240"/>
            <a:ext cx="5669280" cy="237744"/>
          </a:xfrm>
          <a:prstGeom prst="rect">
            <a:avLst/>
          </a:prstGeom>
          <a:noFill/>
        </p:spPr>
        <p:txBody>
          <a:bodyPr wrap="square" anchor="b" lIns="36576" rIns="36576" tIns="18288" bIns="18288">
            <a:spAutoFit/>
          </a:bodyPr>
          <a:lstStyle/>
          <a:p>
            <a:pPr algn="l">
              <a:spcBef>
                <a:spcPts val="200"/>
              </a:spcBef>
              <a:spcAft>
                <a:spcPts val="200"/>
              </a:spcAft>
              <a:buNone/>
            </a:pPr>
            <a:r>
              <a:rPr sz="1000" b="1" i="0">
                <a:solidFill>
                  <a:srgbClr val="004A48"/>
                </a:solidFill>
              </a:rPr>
              <a:t>POPULATION &amp; GROWTH</a:t>
            </a:r>
          </a:p>
        </p:txBody>
      </p:sp>
      <p:cxnSp>
        <p:nvCxnSpPr>
          <p:cNvPr id="7" name="Connector 6"/>
          <p:cNvCxnSpPr/>
          <p:nvPr/>
        </p:nvCxnSpPr>
        <p:spPr>
          <a:xfrm>
            <a:off x="310896" y="2167128"/>
            <a:ext cx="5669280" cy="0"/>
          </a:xfrm>
          <a:prstGeom prst="line">
            <a:avLst/>
          </a:prstGeom>
          <a:ln w="9525">
            <a:solidFill>
              <a:srgbClr val="004A48"/>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310896" y="2221992"/>
          <a:ext cx="5669278" cy="2706624"/>
        </p:xfrm>
        <a:graphic>
          <a:graphicData uri="http://schemas.openxmlformats.org/drawingml/2006/table">
            <a:tbl>
              <a:tblPr firstRow="0" bandRow="0"/>
              <a:tblGrid>
                <a:gridCol w="2729653"/>
                <a:gridCol w="1259839"/>
                <a:gridCol w="1679786"/>
              </a:tblGrid>
              <a:tr h="338328">
                <a:tc>
                  <a:txBody>
                    <a:bodyPr wrap="square"/>
                    <a:lstStyle/>
                    <a:p>
                      <a:pPr algn="l"/>
                      <a:r>
                        <a:rPr sz="900" b="1" i="0"/>
                        <a:t>Metric</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Value</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Source / Note</a:t>
                      </a:r>
                    </a:p>
                  </a:txBody>
                  <a:tcPr marL="54864" marR="54864" marT="22860" marB="22860" anchor="ctr">
                    <a:lnL w="0">
                      <a:noFill/>
                    </a:lnL>
                    <a:lnR w="0">
                      <a:noFill/>
                    </a:lnR>
                    <a:lnT w="0">
                      <a:noFill/>
                    </a:lnT>
                    <a:lnB w="12700">
                      <a:solidFill>
                        <a:srgbClr val="004A48"/>
                      </a:solidFill>
                    </a:lnB>
                    <a:noFill/>
                  </a:tcPr>
                </a:tc>
              </a:tr>
              <a:tr h="338328">
                <a:tc>
                  <a:txBody>
                    <a:bodyPr wrap="square"/>
                    <a:lstStyle/>
                    <a:p>
                      <a:pPr algn="l"/>
                      <a:r>
                        <a:rPr sz="900" b="0" i="0"/>
                        <a:t>Montgomery County population (Jul 2025)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781,194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Census Bureau</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County growth, Jul 2024 to Jul 2025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4.2%</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Census (calculated)</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County growth since Apr 2020</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25.9%</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Census Bureau</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Houston MSA population (Jul 2024)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~7.8M</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GHP; +3.8% YoY</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The Woodlands population (2026E)</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~122,240</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Third party estimate</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The Woodlands growth, 10 years</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45%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Woodlands EDP</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The Woodlands annual growth (2026E)</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Third party estimate</a:t>
                      </a:r>
                    </a:p>
                  </a:txBody>
                  <a:tcPr marL="54864" marR="54864" marT="22860" marB="22860" anchor="ctr">
                    <a:lnL w="0">
                      <a:noFill/>
                    </a:lnL>
                    <a:lnR w="0">
                      <a:noFill/>
                    </a:lnR>
                    <a:lnT w="0">
                      <a:noFill/>
                    </a:lnT>
                    <a:lnB w="6350">
                      <a:solidFill>
                        <a:srgbClr val="D7E4D9"/>
                      </a:solidFill>
                    </a:lnB>
                    <a:noFill/>
                  </a:tcPr>
                </a:tc>
              </a:tr>
            </a:tbl>
          </a:graphicData>
        </a:graphic>
      </p:graphicFrame>
      <p:sp>
        <p:nvSpPr>
          <p:cNvPr id="9" name="TextBox 8"/>
          <p:cNvSpPr txBox="1"/>
          <p:nvPr/>
        </p:nvSpPr>
        <p:spPr>
          <a:xfrm>
            <a:off x="6217920" y="1920240"/>
            <a:ext cx="5669280" cy="237744"/>
          </a:xfrm>
          <a:prstGeom prst="rect">
            <a:avLst/>
          </a:prstGeom>
          <a:noFill/>
        </p:spPr>
        <p:txBody>
          <a:bodyPr wrap="square" anchor="b" lIns="36576" rIns="36576" tIns="18288" bIns="18288">
            <a:spAutoFit/>
          </a:bodyPr>
          <a:lstStyle/>
          <a:p>
            <a:pPr algn="l">
              <a:spcBef>
                <a:spcPts val="200"/>
              </a:spcBef>
              <a:spcAft>
                <a:spcPts val="200"/>
              </a:spcAft>
              <a:buNone/>
            </a:pPr>
            <a:r>
              <a:rPr sz="1000" b="1" i="0">
                <a:solidFill>
                  <a:srgbClr val="004A48"/>
                </a:solidFill>
              </a:rPr>
              <a:t>INCOME &amp; WORKFORCE</a:t>
            </a:r>
          </a:p>
        </p:txBody>
      </p:sp>
      <p:cxnSp>
        <p:nvCxnSpPr>
          <p:cNvPr id="10" name="Connector 9"/>
          <p:cNvCxnSpPr/>
          <p:nvPr/>
        </p:nvCxnSpPr>
        <p:spPr>
          <a:xfrm>
            <a:off x="6217920" y="2167128"/>
            <a:ext cx="5669280" cy="0"/>
          </a:xfrm>
          <a:prstGeom prst="line">
            <a:avLst/>
          </a:prstGeom>
          <a:ln w="9525">
            <a:solidFill>
              <a:srgbClr val="004A48"/>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6217920" y="2221992"/>
          <a:ext cx="5669279" cy="2706624"/>
        </p:xfrm>
        <a:graphic>
          <a:graphicData uri="http://schemas.openxmlformats.org/drawingml/2006/table">
            <a:tbl>
              <a:tblPr firstRow="0" bandRow="0"/>
              <a:tblGrid>
                <a:gridCol w="2632165"/>
                <a:gridCol w="1518557"/>
                <a:gridCol w="1518557"/>
              </a:tblGrid>
              <a:tr h="338328">
                <a:tc>
                  <a:txBody>
                    <a:bodyPr wrap="square"/>
                    <a:lstStyle/>
                    <a:p>
                      <a:pPr algn="l"/>
                      <a:r>
                        <a:rPr sz="900" b="1" i="0"/>
                        <a:t>Metric</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Value</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Source / Note</a:t>
                      </a:r>
                    </a:p>
                  </a:txBody>
                  <a:tcPr marL="54864" marR="54864" marT="22860" marB="22860" anchor="ctr">
                    <a:lnL w="0">
                      <a:noFill/>
                    </a:lnL>
                    <a:lnR w="0">
                      <a:noFill/>
                    </a:lnR>
                    <a:lnT w="0">
                      <a:noFill/>
                    </a:lnT>
                    <a:lnB w="12700">
                      <a:solidFill>
                        <a:srgbClr val="004A48"/>
                      </a:solidFill>
                    </a:lnB>
                    <a:noFill/>
                  </a:tcPr>
                </a:tc>
              </a:tr>
              <a:tr h="338328">
                <a:tc>
                  <a:txBody>
                    <a:bodyPr wrap="square"/>
                    <a:lstStyle/>
                    <a:p>
                      <a:pPr algn="l"/>
                      <a:r>
                        <a:rPr sz="900" b="0" i="0"/>
                        <a:t>Median HH income, CDP (2019 to 2023)</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$141,353</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Census Bureau</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Median HH income, 3 mi / 5 mi radius</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$138,200 / $141,660</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Brixmor, Q1 2026</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Average HH income, 3 mi radius</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$174,215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Brixmor, Q1 2026</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Major employer jobs (2026 report)</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40,358</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EDP; (2.0%) YoY</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Major employers tracked</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84 companies</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Woodlands EDP</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Health care share of workforce</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32.5%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Woodlands EDP</a:t>
                      </a:r>
                    </a:p>
                  </a:txBody>
                  <a:tcPr marL="54864" marR="54864" marT="22860" marB="22860" anchor="ctr">
                    <a:lnL w="0">
                      <a:noFill/>
                    </a:lnL>
                    <a:lnR w="0">
                      <a:noFill/>
                    </a:lnR>
                    <a:lnT w="0">
                      <a:noFill/>
                    </a:lnT>
                    <a:lnB w="6350">
                      <a:solidFill>
                        <a:srgbClr val="D7E4D9"/>
                      </a:solidFill>
                    </a:lnB>
                    <a:noFill/>
                  </a:tcPr>
                </a:tc>
              </a:tr>
              <a:tr h="338328">
                <a:tc>
                  <a:txBody>
                    <a:bodyPr wrap="square"/>
                    <a:lstStyle/>
                    <a:p>
                      <a:pPr algn="l"/>
                      <a:r>
                        <a:rPr sz="900" b="0" i="0"/>
                        <a:t>Commercial capacity</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15K to 20K jobs</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Woodlands EDP</a:t>
                      </a:r>
                    </a:p>
                  </a:txBody>
                  <a:tcPr marL="54864" marR="54864" marT="22860" marB="22860" anchor="ctr">
                    <a:lnL w="0">
                      <a:noFill/>
                    </a:lnL>
                    <a:lnR w="0">
                      <a:noFill/>
                    </a:lnR>
                    <a:lnT w="0">
                      <a:noFill/>
                    </a:lnT>
                    <a:lnB w="6350">
                      <a:solidFill>
                        <a:srgbClr val="D7E4D9"/>
                      </a:solidFill>
                    </a:lnB>
                    <a:noFill/>
                  </a:tcPr>
                </a:tc>
              </a:tr>
            </a:tbl>
          </a:graphicData>
        </a:graphic>
      </p:graphicFrame>
      <p:sp>
        <p:nvSpPr>
          <p:cNvPr id="12" name="Rectangle 11"/>
          <p:cNvSpPr/>
          <p:nvPr/>
        </p:nvSpPr>
        <p:spPr>
          <a:xfrm>
            <a:off x="310896" y="4983480"/>
            <a:ext cx="11576304" cy="731520"/>
          </a:xfrm>
          <a:prstGeom prst="rect">
            <a:avLst/>
          </a:prstGeom>
          <a:solidFill>
            <a:srgbClr val="D7E4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just" marL="155448" indent="-153988">
              <a:spcBef>
                <a:spcPts val="300"/>
              </a:spcBef>
              <a:spcAft>
                <a:spcPts val="300"/>
              </a:spcAft>
              <a:buClr>
                <a:srgbClr val="004A48"/>
              </a:buClr>
              <a:buFont typeface="Arial"/>
              <a:buChar char="•"/>
            </a:pPr>
            <a:r>
              <a:rPr sz="1000" b="1" i="0">
                <a:solidFill>
                  <a:srgbClr val="000000"/>
                </a:solidFill>
              </a:rPr>
              <a:t>Key Takeaway: </a:t>
            </a:r>
            <a:r>
              <a:rPr sz="1000" b="0" i="0">
                <a:solidFill>
                  <a:srgbClr val="000000"/>
                </a:solidFill>
              </a:rPr>
              <a:t>The Woodlands combines high household incomes with sustained population inflows, supporting a leisure, retail, and health care driven demand base that is less cyclical than a pure energy market. Population growth of ~45% over ten years has outpaced major employer job growth of 33%, a structural support for retail and leisure room demand.</a:t>
            </a:r>
          </a:p>
        </p:txBody>
      </p:sp>
      <p:sp>
        <p:nvSpPr>
          <p:cNvPr id="13" name="TextBox 12"/>
          <p:cNvSpPr txBox="1"/>
          <p:nvPr/>
        </p:nvSpPr>
        <p:spPr>
          <a:xfrm>
            <a:off x="310896" y="5760720"/>
            <a:ext cx="11576304" cy="384048"/>
          </a:xfrm>
          <a:prstGeom prst="rect">
            <a:avLst/>
          </a:prstGeom>
          <a:noFill/>
        </p:spPr>
        <p:txBody>
          <a:bodyPr wrap="square" anchor="b" lIns="36576" rIns="36576" tIns="18288" bIns="18288">
            <a:spAutoFit/>
          </a:bodyPr>
          <a:lstStyle/>
          <a:p>
            <a:pPr algn="l">
              <a:spcBef>
                <a:spcPts val="200"/>
              </a:spcBef>
              <a:spcAft>
                <a:spcPts val="200"/>
              </a:spcAft>
              <a:buNone/>
            </a:pPr>
            <a:r>
              <a:rPr sz="700" b="0" i="1">
                <a:solidFill>
                  <a:srgbClr val="7F7F7F"/>
                </a:solidFill>
              </a:rPr>
              <a:t>Source: U.S. Census Bureau (QuickFacts; population estimates V2025), Greater Houston Partnership, The Woodlands Area EDP, Brixmor Windvale Center demographic summary (Q1 2026). Note: The Woodlands population and growth figures are from third party summaries and differ by source; verify against CoStar or Esri before underwriting.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Travel Demand Drivers</a:t>
            </a:r>
          </a:p>
        </p:txBody>
      </p:sp>
      <p:sp>
        <p:nvSpPr>
          <p:cNvPr id="4" name="Footer Placeholder 3">
            <a:extLst>
              <a:ext uri="{FF2B5EF4-FFF2-40B4-BE49-F238E27FC236}">
                <a16:creationId xmlns:a16="http://schemas.microsoft.com/office/drawing/2014/main" id="{C1AA4414-BA3F-9490-AC67-569C548ACCF8}"/>
              </a:ext>
            </a:extLst>
          </p:cNvPr>
          <p:cNvSpPr>
            <a:spLocks noGrp="1"/>
          </p:cNvSpPr>
          <p:nvPr>
            <p:ph type="ftr" sz="quarter" idx="3"/>
          </p:nvPr>
        </p:nvSpPr>
        <p:spPr/>
        <p:txBody>
          <a:bodyPr/>
          <a:lstStyle/>
          <a:p>
            <a:r>
              <a:rPr lang="en-US" sz="800"/>
              <a:t>Sixth Street Highly Confidential</a:t>
            </a:r>
            <a:endParaRPr lang="en-US" sz="800" dirty="0"/>
          </a:p>
        </p:txBody>
      </p:sp>
      <p:graphicFrame>
        <p:nvGraphicFramePr>
          <p:cNvPr id="5" name="Table 4"/>
          <p:cNvGraphicFramePr>
            <a:graphicFrameLocks noGrp="1"/>
          </p:cNvGraphicFramePr>
          <p:nvPr/>
        </p:nvGraphicFramePr>
        <p:xfrm>
          <a:off x="310896" y="685800"/>
          <a:ext cx="11576304" cy="4937760"/>
        </p:xfrm>
        <a:graphic>
          <a:graphicData uri="http://schemas.openxmlformats.org/drawingml/2006/table">
            <a:tbl>
              <a:tblPr firstRow="0" bandRow="0"/>
              <a:tblGrid>
                <a:gridCol w="1783080"/>
                <a:gridCol w="9793224"/>
              </a:tblGrid>
              <a:tr h="987552">
                <a:tc>
                  <a:txBody>
                    <a:bodyPr wrap="square"/>
                    <a:lstStyle/>
                    <a:p>
                      <a:pPr algn="l"/>
                      <a:r>
                        <a:rPr sz="900" b="1" i="0">
                          <a:solidFill>
                            <a:srgbClr val="FFFFFF"/>
                          </a:solidFill>
                        </a:rPr>
                        <a:t>Corporate &amp; Energy</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900" b="1" i="0"/>
                        <a:t>Employer Base: </a:t>
                      </a:r>
                      <a:r>
                        <a:rPr sz="900" b="0" i="0"/>
                        <a:t>ExxonMobil's Springwoods Village campus was planned for ~10,000 employees (2013 to 2015 reporting), with Southwestern Energy and other energy tenants nearby, anchoring weekday commercial transient demand.</a:t>
                      </a:r>
                    </a:p>
                    <a:p>
                      <a:pPr algn="l" marL="155448" indent="-153988">
                        <a:spcBef>
                          <a:spcPts val="100"/>
                        </a:spcBef>
                        <a:spcAft>
                          <a:spcPts val="100"/>
                        </a:spcAft>
                        <a:buClr>
                          <a:srgbClr val="004A48"/>
                        </a:buClr>
                        <a:buFont typeface="Arial"/>
                        <a:buChar char="•"/>
                      </a:pPr>
                      <a:r>
                        <a:rPr sz="900" b="1" i="0"/>
                        <a:t>Diversification: </a:t>
                      </a:r>
                      <a:r>
                        <a:rPr sz="900" b="0" i="0"/>
                        <a:t>Health care (32.5% of major employer jobs) and education are the primary growth engines, while chemicals restructuring reduced 2026 employer headcount by 2.0%.</a:t>
                      </a:r>
                    </a:p>
                    <a:p>
                      <a:pPr algn="l" marL="155448" indent="-153988">
                        <a:spcBef>
                          <a:spcPts val="100"/>
                        </a:spcBef>
                        <a:spcAft>
                          <a:spcPts val="100"/>
                        </a:spcAft>
                        <a:buClr>
                          <a:srgbClr val="004A48"/>
                        </a:buClr>
                        <a:buFont typeface="Arial"/>
                        <a:buChar char="•"/>
                      </a:pPr>
                      <a:r>
                        <a:rPr sz="900" b="1" i="0"/>
                        <a:t>Rate Impact: </a:t>
                      </a:r>
                      <a:r>
                        <a:rPr sz="900" b="0" i="0"/>
                        <a:t>RevPAR International cites long term energy sector travel spending patterns as a headwind to ADR growth.</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900" b="1" i="0">
                          <a:solidFill>
                            <a:srgbClr val="FFFFFF"/>
                          </a:solidFill>
                        </a:rPr>
                        <a:t>Group &amp; Meetings</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900" b="1" i="0"/>
                        <a:t>Inventory: </a:t>
                      </a:r>
                      <a:r>
                        <a:rPr sz="900" b="0" i="0"/>
                        <a:t>The Township holds 1,329 full service rooms in five hotels, led by the Waterway Marriott (348 rooms, 66,532 SF meeting space) and The Woodlands Resort (402 rooms, 70,000 SF).</a:t>
                      </a:r>
                    </a:p>
                    <a:p>
                      <a:pPr algn="l" marL="155448" indent="-153988">
                        <a:spcBef>
                          <a:spcPts val="100"/>
                        </a:spcBef>
                        <a:spcAft>
                          <a:spcPts val="100"/>
                        </a:spcAft>
                        <a:buClr>
                          <a:srgbClr val="004A48"/>
                        </a:buClr>
                        <a:buFont typeface="Arial"/>
                        <a:buChar char="•"/>
                      </a:pPr>
                      <a:r>
                        <a:rPr sz="900" b="1" i="0"/>
                        <a:t>Activity: </a:t>
                      </a:r>
                      <a:r>
                        <a:rPr sz="900" b="0" i="0"/>
                        <a:t>Visit The Woodlands booked 18 meetings, ~5,000 attendees, and 7,105 room nights ($6.2M economic impact) in Q2 2025, and worked 102 leads representing 85,340 rooms.</a:t>
                      </a:r>
                    </a:p>
                    <a:p>
                      <a:pPr algn="l" marL="155448" indent="-153988">
                        <a:spcBef>
                          <a:spcPts val="100"/>
                        </a:spcBef>
                        <a:spcAft>
                          <a:spcPts val="100"/>
                        </a:spcAft>
                        <a:buClr>
                          <a:srgbClr val="004A48"/>
                        </a:buClr>
                        <a:buFont typeface="Arial"/>
                        <a:buChar char="•"/>
                      </a:pPr>
                      <a:r>
                        <a:rPr sz="900" b="1" i="0"/>
                        <a:t>Leakage: </a:t>
                      </a:r>
                      <a:r>
                        <a:rPr sz="900" b="0" i="0"/>
                        <a:t>A RevPAR International study tracked 651 qualified leads that booked outside the Township and estimates $174M of missed room revenue from 2021 to 2030.</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900" b="1" i="0">
                          <a:solidFill>
                            <a:srgbClr val="FFFFFF"/>
                          </a:solidFill>
                        </a:rPr>
                        <a:t>Sports &amp; Events</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900" b="1" i="0"/>
                        <a:t>Recurring Events: </a:t>
                      </a:r>
                      <a:r>
                        <a:rPr sz="900" b="0" i="0"/>
                        <a:t>Memorial Hermann IRONMAN Texas draws 8,000+ visitors annually (~$13M regional impact cited), and the PGA Tour Champions Insperity Invitational reports ~40,000 attendees and $18M to $20M of impact (organizer figures).</a:t>
                      </a:r>
                    </a:p>
                    <a:p>
                      <a:pPr algn="l" marL="155448" indent="-153988">
                        <a:spcBef>
                          <a:spcPts val="100"/>
                        </a:spcBef>
                        <a:spcAft>
                          <a:spcPts val="100"/>
                        </a:spcAft>
                        <a:buClr>
                          <a:srgbClr val="004A48"/>
                        </a:buClr>
                        <a:buFont typeface="Arial"/>
                        <a:buChar char="•"/>
                      </a:pPr>
                      <a:r>
                        <a:rPr sz="900" b="1" i="0"/>
                        <a:t>Venue: </a:t>
                      </a:r>
                      <a:r>
                        <a:rPr sz="900" b="0" i="0"/>
                        <a:t>The Cynthia Woods Mitchell Pavilion (Live Nation) hosts a summer concert season that drives overnight leisure demand.</a:t>
                      </a:r>
                    </a:p>
                    <a:p>
                      <a:pPr algn="l" marL="155448" indent="-153988">
                        <a:spcBef>
                          <a:spcPts val="100"/>
                        </a:spcBef>
                        <a:spcAft>
                          <a:spcPts val="100"/>
                        </a:spcAft>
                        <a:buClr>
                          <a:srgbClr val="004A48"/>
                        </a:buClr>
                        <a:buFont typeface="Arial"/>
                        <a:buChar char="•"/>
                      </a:pPr>
                      <a:r>
                        <a:rPr sz="900" b="1" i="0"/>
                        <a:t>Headwind: </a:t>
                      </a:r>
                      <a:r>
                        <a:rPr sz="900" b="0" i="0"/>
                        <a:t>The Chevron Championship (LPGA major) moves from Carlton Woods to Memorial Park in Houston in April 2026.</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900" b="1" i="0">
                          <a:solidFill>
                            <a:srgbClr val="FFFFFF"/>
                          </a:solidFill>
                        </a:rPr>
                        <a:t>Leisure &amp; Retail</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900" b="1" i="0"/>
                        <a:t>Destination Assets: </a:t>
                      </a:r>
                      <a:r>
                        <a:rPr sz="900" b="0" i="0"/>
                        <a:t>Waterway, Market Street, The Woodlands Mall, and Topgolf anchor a drive to leisure market, with Visit The Woodlands directing 74% of advertising spend to leisure audiences.</a:t>
                      </a:r>
                    </a:p>
                    <a:p>
                      <a:pPr algn="l" marL="155448" indent="-153988">
                        <a:spcBef>
                          <a:spcPts val="100"/>
                        </a:spcBef>
                        <a:spcAft>
                          <a:spcPts val="100"/>
                        </a:spcAft>
                        <a:buClr>
                          <a:srgbClr val="004A48"/>
                        </a:buClr>
                        <a:buFont typeface="Arial"/>
                        <a:buChar char="•"/>
                      </a:pPr>
                      <a:r>
                        <a:rPr sz="900" b="1" i="0"/>
                        <a:t>Feeder Markets: </a:t>
                      </a:r>
                      <a:r>
                        <a:rPr sz="900" b="0" i="0"/>
                        <a:t>Paid social clicks originate from Houston (28%), Dallas Fort Worth (23%), Louisiana (11%), and San Antonio (10%), a proxy for the regional drive market.</a:t>
                      </a:r>
                    </a:p>
                    <a:p>
                      <a:pPr algn="l" marL="155448" indent="-153988">
                        <a:spcBef>
                          <a:spcPts val="100"/>
                        </a:spcBef>
                        <a:spcAft>
                          <a:spcPts val="100"/>
                        </a:spcAft>
                        <a:buClr>
                          <a:srgbClr val="004A48"/>
                        </a:buClr>
                        <a:buFont typeface="Arial"/>
                        <a:buChar char="•"/>
                      </a:pPr>
                      <a:r>
                        <a:rPr sz="900" b="1" i="0"/>
                        <a:t>Spending: </a:t>
                      </a:r>
                      <a:r>
                        <a:rPr sz="900" b="0" i="0"/>
                        <a:t>Sales tax up 9.7% YoY and hotel tax up 2.7% YoY through Q2 2025 ($5.2M); FY2025 hotel tax exceeded $10.3M, the second largest year on record.</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900" b="1" i="0">
                          <a:solidFill>
                            <a:srgbClr val="FFFFFF"/>
                          </a:solidFill>
                        </a:rPr>
                        <a:t>Supply Context</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900" b="1" i="0"/>
                        <a:t>Constrained Inventory: </a:t>
                      </a:r>
                      <a:r>
                        <a:rPr sz="900" b="0" i="0"/>
                        <a:t>No new hotel supply has opened in the Township since the Westin (2016), and the market could absorb ~400 additional rooms without materially weakening existing hotels.</a:t>
                      </a:r>
                    </a:p>
                    <a:p>
                      <a:pPr algn="l" marL="155448" indent="-153988">
                        <a:spcBef>
                          <a:spcPts val="100"/>
                        </a:spcBef>
                        <a:spcAft>
                          <a:spcPts val="100"/>
                        </a:spcAft>
                        <a:buClr>
                          <a:srgbClr val="004A48"/>
                        </a:buClr>
                        <a:buFont typeface="Arial"/>
                        <a:buChar char="•"/>
                      </a:pPr>
                      <a:r>
                        <a:rPr sz="900" b="1" i="0"/>
                        <a:t>Competitive Pipeline: </a:t>
                      </a:r>
                      <a:r>
                        <a:rPr sz="900" b="0" i="0"/>
                        <a:t>Conroe opened a 250 room Hyatt Regency and conference center in May 2023, and Valley Ranch near New Caney began a $130M, 210,000 SF convention center in February 2025.</a:t>
                      </a:r>
                    </a:p>
                  </a:txBody>
                  <a:tcPr marL="73152" marR="54864" anchor="ctr">
                    <a:lnL w="0">
                      <a:noFill/>
                    </a:lnL>
                    <a:lnR w="0">
                      <a:noFill/>
                    </a:lnR>
                    <a:lnT w="6350">
                      <a:solidFill>
                        <a:srgbClr val="D7E4D9"/>
                      </a:solidFill>
                    </a:lnT>
                    <a:lnB w="6350">
                      <a:solidFill>
                        <a:srgbClr val="D7E4D9"/>
                      </a:solidFill>
                    </a:lnB>
                    <a:noFill/>
                  </a:tcPr>
                </a:tc>
              </a:tr>
            </a:tbl>
          </a:graphicData>
        </a:graphic>
      </p:graphicFrame>
      <p:sp>
        <p:nvSpPr>
          <p:cNvPr id="6" name="TextBox 5"/>
          <p:cNvSpPr txBox="1"/>
          <p:nvPr/>
        </p:nvSpPr>
        <p:spPr>
          <a:xfrm>
            <a:off x="310896" y="5760720"/>
            <a:ext cx="11576304" cy="384048"/>
          </a:xfrm>
          <a:prstGeom prst="rect">
            <a:avLst/>
          </a:prstGeom>
          <a:noFill/>
        </p:spPr>
        <p:txBody>
          <a:bodyPr wrap="square" anchor="b" lIns="36576" rIns="36576" tIns="18288" bIns="18288">
            <a:spAutoFit/>
          </a:bodyPr>
          <a:lstStyle/>
          <a:p>
            <a:pPr algn="l">
              <a:spcBef>
                <a:spcPts val="200"/>
              </a:spcBef>
              <a:spcAft>
                <a:spcPts val="200"/>
              </a:spcAft>
              <a:buNone/>
            </a:pPr>
            <a:r>
              <a:rPr sz="700" b="0" i="1">
                <a:solidFill>
                  <a:srgbClr val="7F7F7F"/>
                </a:solidFill>
              </a:rPr>
              <a:t>Source: Visit The Woodlands (Q2 2025 Report; Dec. 2025 lodging presentation by RevPAR International), Houston Chronicle, Community Impact, Bisnow, The Woodlands Area EDP. Note: ExxonMobil figures are from 2013 to 2015 reporting and Springwoods Village sits outside Township limits; event impact figures are organizer or DMO estimates.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Hotel Market Performance &amp; Supply</a:t>
            </a:r>
          </a:p>
        </p:txBody>
      </p:sp>
      <p:sp>
        <p:nvSpPr>
          <p:cNvPr id="4" name="Footer Placeholder 3">
            <a:extLst>
              <a:ext uri="{FF2B5EF4-FFF2-40B4-BE49-F238E27FC236}">
                <a16:creationId xmlns:a16="http://schemas.microsoft.com/office/drawing/2014/main" id="{C1AA4414-BA3F-9490-AC67-569C548ACCF8}"/>
              </a:ext>
            </a:extLst>
          </p:cNvPr>
          <p:cNvSpPr>
            <a:spLocks noGrp="1"/>
          </p:cNvSpPr>
          <p:nvPr>
            <p:ph type="ftr" sz="quarter" idx="3"/>
          </p:nvPr>
        </p:nvSpPr>
        <p:spPr/>
        <p:txBody>
          <a:bodyPr/>
          <a:lstStyle/>
          <a:p>
            <a:r>
              <a:rPr lang="en-US" sz="800"/>
              <a:t>Sixth Street Highly Confidential</a:t>
            </a:r>
            <a:endParaRPr lang="en-US" sz="800" dirty="0"/>
          </a:p>
        </p:txBody>
      </p:sp>
      <p:sp>
        <p:nvSpPr>
          <p:cNvPr id="5" name="Rectangle 4"/>
          <p:cNvSpPr/>
          <p:nvPr/>
        </p:nvSpPr>
        <p:spPr>
          <a:xfrm>
            <a:off x="310896" y="685800"/>
            <a:ext cx="11576304" cy="1097280"/>
          </a:xfrm>
          <a:prstGeom prst="rect">
            <a:avLst/>
          </a:prstGeom>
          <a:solidFill>
            <a:srgbClr val="D7E4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just" marL="155448" indent="-153988">
              <a:spcBef>
                <a:spcPts val="300"/>
              </a:spcBef>
              <a:spcAft>
                <a:spcPts val="300"/>
              </a:spcAft>
              <a:buClr>
                <a:srgbClr val="004A48"/>
              </a:buClr>
              <a:buFont typeface="Arial"/>
              <a:buChar char="•"/>
            </a:pPr>
            <a:r>
              <a:rPr sz="1000" b="1" i="0">
                <a:solidFill>
                  <a:srgbClr val="000000"/>
                </a:solidFill>
              </a:rPr>
              <a:t>2024 Peak: </a:t>
            </a:r>
            <a:r>
              <a:rPr sz="1000" b="0" i="0">
                <a:solidFill>
                  <a:srgbClr val="000000"/>
                </a:solidFill>
              </a:rPr>
              <a:t>Market RevPAR reached $138.03 in 2024, the highest level since 2015, up 13.3% from $121.81 in 2019 as occupancy recovered to 69.8% and ADR increased 10.9% to $197.85.</a:t>
            </a:r>
          </a:p>
          <a:p>
            <a:pPr algn="just" marL="155448" indent="-153988">
              <a:spcBef>
                <a:spcPts val="300"/>
              </a:spcBef>
              <a:spcAft>
                <a:spcPts val="300"/>
              </a:spcAft>
              <a:buClr>
                <a:srgbClr val="004A48"/>
              </a:buClr>
              <a:buFont typeface="Arial"/>
              <a:buChar char="•"/>
            </a:pPr>
            <a:r>
              <a:rPr sz="1000" b="1" i="0">
                <a:solidFill>
                  <a:srgbClr val="000000"/>
                </a:solidFill>
              </a:rPr>
              <a:t>2025 Softening: </a:t>
            </a:r>
            <a:r>
              <a:rPr sz="1000" b="0" i="0">
                <a:solidFill>
                  <a:srgbClr val="000000"/>
                </a:solidFill>
              </a:rPr>
              <a:t>Through October 2025, RevPAR declined 12.6% to $125.76 on ADR down 8.5% to $184.50 and occupancy down 3.2 pts to 68.2%, with occupied room nights down 4.6%.</a:t>
            </a:r>
          </a:p>
          <a:p>
            <a:pPr algn="just" marL="155448" indent="-153988">
              <a:spcBef>
                <a:spcPts val="300"/>
              </a:spcBef>
              <a:spcAft>
                <a:spcPts val="300"/>
              </a:spcAft>
              <a:buClr>
                <a:srgbClr val="004A48"/>
              </a:buClr>
              <a:buFont typeface="Arial"/>
              <a:buChar char="•"/>
            </a:pPr>
            <a:r>
              <a:rPr sz="1000" b="1" i="0">
                <a:solidFill>
                  <a:srgbClr val="000000"/>
                </a:solidFill>
              </a:rPr>
              <a:t>Constrained Supply: </a:t>
            </a:r>
            <a:r>
              <a:rPr sz="1000" b="0" i="0">
                <a:solidFill>
                  <a:srgbClr val="000000"/>
                </a:solidFill>
              </a:rPr>
              <a:t>Supply is unchanged at 2,254 rooms across 14 hotels, and 2024 occupancy exceeded 70% in eight months and on 199 nights (55% of the year), indicating unaccommodated peak demand.</a:t>
            </a:r>
          </a:p>
        </p:txBody>
      </p:sp>
      <p:sp>
        <p:nvSpPr>
          <p:cNvPr id="6" name="TextBox 5"/>
          <p:cNvSpPr txBox="1"/>
          <p:nvPr/>
        </p:nvSpPr>
        <p:spPr>
          <a:xfrm>
            <a:off x="310896" y="1920240"/>
            <a:ext cx="5760720" cy="237744"/>
          </a:xfrm>
          <a:prstGeom prst="rect">
            <a:avLst/>
          </a:prstGeom>
          <a:noFill/>
        </p:spPr>
        <p:txBody>
          <a:bodyPr wrap="square" anchor="b" lIns="36576" rIns="36576" tIns="18288" bIns="18288">
            <a:spAutoFit/>
          </a:bodyPr>
          <a:lstStyle/>
          <a:p>
            <a:pPr algn="l">
              <a:spcBef>
                <a:spcPts val="200"/>
              </a:spcBef>
              <a:spcAft>
                <a:spcPts val="200"/>
              </a:spcAft>
              <a:buNone/>
            </a:pPr>
            <a:r>
              <a:rPr sz="1000" b="1" i="0">
                <a:solidFill>
                  <a:srgbClr val="004A48"/>
                </a:solidFill>
              </a:rPr>
              <a:t>TOWNSHIP HOTEL MARKET PERFORMANCE (COSTAR)</a:t>
            </a:r>
          </a:p>
        </p:txBody>
      </p:sp>
      <p:cxnSp>
        <p:nvCxnSpPr>
          <p:cNvPr id="7" name="Connector 6"/>
          <p:cNvCxnSpPr/>
          <p:nvPr/>
        </p:nvCxnSpPr>
        <p:spPr>
          <a:xfrm>
            <a:off x="310896" y="2167128"/>
            <a:ext cx="5760720" cy="0"/>
          </a:xfrm>
          <a:prstGeom prst="line">
            <a:avLst/>
          </a:prstGeom>
          <a:ln w="9525">
            <a:solidFill>
              <a:srgbClr val="004A48"/>
            </a:solidFill>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310896" y="2221992"/>
          <a:ext cx="5760719" cy="3291840"/>
        </p:xfrm>
        <a:graphic>
          <a:graphicData uri="http://schemas.openxmlformats.org/drawingml/2006/table">
            <a:tbl>
              <a:tblPr firstRow="0" bandRow="0"/>
              <a:tblGrid>
                <a:gridCol w="1920239"/>
                <a:gridCol w="1280160"/>
                <a:gridCol w="1280160"/>
                <a:gridCol w="1280160"/>
              </a:tblGrid>
              <a:tr h="274320">
                <a:tc>
                  <a:txBody>
                    <a:bodyPr wrap="square"/>
                    <a:lstStyle/>
                    <a:p>
                      <a:pPr algn="l"/>
                      <a:r>
                        <a:rPr sz="900" b="1" i="0"/>
                        <a:t>Period</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Occupancy</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ADR</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RevPAR</a:t>
                      </a:r>
                    </a:p>
                  </a:txBody>
                  <a:tcPr marL="54864" marR="54864" marT="22860" marB="22860" anchor="ctr">
                    <a:lnL w="0">
                      <a:noFill/>
                    </a:lnL>
                    <a:lnR w="0">
                      <a:noFill/>
                    </a:lnR>
                    <a:lnT w="0">
                      <a:noFill/>
                    </a:lnT>
                    <a:lnB w="12700">
                      <a:solidFill>
                        <a:srgbClr val="004A48"/>
                      </a:solidFill>
                    </a:lnB>
                    <a:noFill/>
                  </a:tcPr>
                </a:tc>
              </a:tr>
              <a:tr h="274320">
                <a:tc>
                  <a:txBody>
                    <a:bodyPr wrap="square"/>
                    <a:lstStyle/>
                    <a:p>
                      <a:pPr algn="l"/>
                      <a:r>
                        <a:rPr sz="900" b="0" i="0"/>
                        <a:t>2017</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69.4%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$173.26</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$120.32</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2018</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67.0%</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$179.44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$120.14</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2019</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68.3%</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$178.37</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$121.81</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2020</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n/a</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n/a</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n/a</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2021</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58.2%</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$150.10</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$87.34</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2022</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62.7%</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$181.86</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$114.11</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2023</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65.6%</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$193.17</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$126.65</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2024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69.8%</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$197.85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$138.03</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YTD Oct. 2024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71.4%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$201.54</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$143.96</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YTD Oct. 2025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68.2%</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$184.50</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$125.76</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1" i="0"/>
                        <a:t>% Change</a:t>
                      </a:r>
                    </a:p>
                  </a:txBody>
                  <a:tcPr marL="54864" marR="54864" marT="22860" marB="22860" anchor="ctr">
                    <a:lnL w="0">
                      <a:noFill/>
                    </a:lnL>
                    <a:lnR w="0">
                      <a:noFill/>
                    </a:lnR>
                    <a:lnT w="6350">
                      <a:solidFill>
                        <a:srgbClr val="004A48"/>
                      </a:solidFill>
                    </a:lnT>
                    <a:lnB w="6350">
                      <a:solidFill>
                        <a:srgbClr val="D7E4D9"/>
                      </a:solidFill>
                    </a:lnB>
                    <a:solidFill>
                      <a:srgbClr val="F2F2F2"/>
                    </a:solidFill>
                  </a:tcPr>
                </a:tc>
                <a:tc>
                  <a:txBody>
                    <a:bodyPr wrap="square"/>
                    <a:lstStyle/>
                    <a:p>
                      <a:pPr algn="ctr"/>
                      <a:r>
                        <a:rPr sz="900" b="1" i="0"/>
                        <a:t>(3.2) pts</a:t>
                      </a:r>
                    </a:p>
                  </a:txBody>
                  <a:tcPr marL="54864" marR="54864" marT="22860" marB="22860" anchor="ctr">
                    <a:lnL w="0">
                      <a:noFill/>
                    </a:lnL>
                    <a:lnR w="0">
                      <a:noFill/>
                    </a:lnR>
                    <a:lnT w="6350">
                      <a:solidFill>
                        <a:srgbClr val="004A48"/>
                      </a:solidFill>
                    </a:lnT>
                    <a:lnB w="6350">
                      <a:solidFill>
                        <a:srgbClr val="D7E4D9"/>
                      </a:solidFill>
                    </a:lnB>
                    <a:solidFill>
                      <a:srgbClr val="F2F2F2"/>
                    </a:solidFill>
                  </a:tcPr>
                </a:tc>
                <a:tc>
                  <a:txBody>
                    <a:bodyPr wrap="square"/>
                    <a:lstStyle/>
                    <a:p>
                      <a:pPr algn="ctr"/>
                      <a:r>
                        <a:rPr sz="900" b="1" i="0"/>
                        <a:t>(8.5%)</a:t>
                      </a:r>
                    </a:p>
                  </a:txBody>
                  <a:tcPr marL="54864" marR="54864" marT="22860" marB="22860" anchor="ctr">
                    <a:lnL w="0">
                      <a:noFill/>
                    </a:lnL>
                    <a:lnR w="0">
                      <a:noFill/>
                    </a:lnR>
                    <a:lnT w="6350">
                      <a:solidFill>
                        <a:srgbClr val="004A48"/>
                      </a:solidFill>
                    </a:lnT>
                    <a:lnB w="6350">
                      <a:solidFill>
                        <a:srgbClr val="D7E4D9"/>
                      </a:solidFill>
                    </a:lnB>
                    <a:solidFill>
                      <a:srgbClr val="F2F2F2"/>
                    </a:solidFill>
                  </a:tcPr>
                </a:tc>
                <a:tc>
                  <a:txBody>
                    <a:bodyPr wrap="square"/>
                    <a:lstStyle/>
                    <a:p>
                      <a:pPr algn="ctr"/>
                      <a:r>
                        <a:rPr sz="900" b="1" i="0"/>
                        <a:t>(12.6%)</a:t>
                      </a:r>
                    </a:p>
                  </a:txBody>
                  <a:tcPr marL="54864" marR="54864" marT="22860" marB="22860" anchor="ctr">
                    <a:lnL w="0">
                      <a:noFill/>
                    </a:lnL>
                    <a:lnR w="0">
                      <a:noFill/>
                    </a:lnR>
                    <a:lnT w="6350">
                      <a:solidFill>
                        <a:srgbClr val="004A48"/>
                      </a:solidFill>
                    </a:lnT>
                    <a:lnB w="6350">
                      <a:solidFill>
                        <a:srgbClr val="D7E4D9"/>
                      </a:solidFill>
                    </a:lnB>
                    <a:solidFill>
                      <a:srgbClr val="F2F2F2"/>
                    </a:solidFill>
                  </a:tcPr>
                </a:tc>
              </a:tr>
            </a:tbl>
          </a:graphicData>
        </a:graphic>
      </p:graphicFrame>
      <p:sp>
        <p:nvSpPr>
          <p:cNvPr id="9" name="TextBox 8"/>
          <p:cNvSpPr txBox="1"/>
          <p:nvPr/>
        </p:nvSpPr>
        <p:spPr>
          <a:xfrm>
            <a:off x="6309360" y="1920240"/>
            <a:ext cx="5577840" cy="237744"/>
          </a:xfrm>
          <a:prstGeom prst="rect">
            <a:avLst/>
          </a:prstGeom>
          <a:noFill/>
        </p:spPr>
        <p:txBody>
          <a:bodyPr wrap="square" anchor="b" lIns="36576" rIns="36576" tIns="18288" bIns="18288">
            <a:spAutoFit/>
          </a:bodyPr>
          <a:lstStyle/>
          <a:p>
            <a:pPr algn="l">
              <a:spcBef>
                <a:spcPts val="200"/>
              </a:spcBef>
              <a:spcAft>
                <a:spcPts val="200"/>
              </a:spcAft>
              <a:buNone/>
            </a:pPr>
            <a:r>
              <a:rPr sz="1000" b="1" i="0">
                <a:solidFill>
                  <a:srgbClr val="004A48"/>
                </a:solidFill>
              </a:rPr>
              <a:t>REVPAR BY YEAR ($)</a:t>
            </a:r>
          </a:p>
        </p:txBody>
      </p:sp>
      <p:cxnSp>
        <p:nvCxnSpPr>
          <p:cNvPr id="10" name="Connector 9"/>
          <p:cNvCxnSpPr/>
          <p:nvPr/>
        </p:nvCxnSpPr>
        <p:spPr>
          <a:xfrm>
            <a:off x="6309360" y="2167128"/>
            <a:ext cx="5577840" cy="0"/>
          </a:xfrm>
          <a:prstGeom prst="line">
            <a:avLst/>
          </a:prstGeom>
          <a:ln w="9525">
            <a:solidFill>
              <a:srgbClr val="004A48"/>
            </a:solidFill>
          </a:ln>
        </p:spPr>
        <p:style>
          <a:lnRef idx="2">
            <a:schemeClr val="accent1"/>
          </a:lnRef>
          <a:fillRef idx="0">
            <a:schemeClr val="accent1"/>
          </a:fillRef>
          <a:effectRef idx="1">
            <a:schemeClr val="accent1"/>
          </a:effectRef>
          <a:fontRef idx="minor">
            <a:schemeClr val="tx1"/>
          </a:fontRef>
        </p:style>
      </p:cxnSp>
      <p:graphicFrame>
        <p:nvGraphicFramePr>
          <p:cNvPr id="11" name="Chart 10"/>
          <p:cNvGraphicFramePr>
            <a:graphicFrameLocks noGrp="1"/>
          </p:cNvGraphicFramePr>
          <p:nvPr/>
        </p:nvGraphicFramePr>
        <p:xfrm>
          <a:off x="6309360" y="2221992"/>
          <a:ext cx="5577840" cy="1828800"/>
        </p:xfrm>
        <a:graphic>
          <a:graphicData uri="http://schemas.openxmlformats.org/drawingml/2006/chart">
            <c:chart xmlns:c="http://schemas.openxmlformats.org/drawingml/2006/chart" r:id="rId2"/>
          </a:graphicData>
        </a:graphic>
      </p:graphicFrame>
      <p:sp>
        <p:nvSpPr>
          <p:cNvPr id="12" name="TextBox 11"/>
          <p:cNvSpPr txBox="1"/>
          <p:nvPr/>
        </p:nvSpPr>
        <p:spPr>
          <a:xfrm>
            <a:off x="6309360" y="4114800"/>
            <a:ext cx="5577840" cy="237744"/>
          </a:xfrm>
          <a:prstGeom prst="rect">
            <a:avLst/>
          </a:prstGeom>
          <a:noFill/>
        </p:spPr>
        <p:txBody>
          <a:bodyPr wrap="square" anchor="b" lIns="36576" rIns="36576" tIns="18288" bIns="18288">
            <a:spAutoFit/>
          </a:bodyPr>
          <a:lstStyle/>
          <a:p>
            <a:pPr algn="l">
              <a:spcBef>
                <a:spcPts val="200"/>
              </a:spcBef>
              <a:spcAft>
                <a:spcPts val="200"/>
              </a:spcAft>
              <a:buNone/>
            </a:pPr>
            <a:r>
              <a:rPr sz="1000" b="1" i="0">
                <a:solidFill>
                  <a:srgbClr val="004A48"/>
                </a:solidFill>
              </a:rPr>
              <a:t>LODGING SUPPLY (ROOMS)</a:t>
            </a:r>
          </a:p>
        </p:txBody>
      </p:sp>
      <p:cxnSp>
        <p:nvCxnSpPr>
          <p:cNvPr id="13" name="Connector 12"/>
          <p:cNvCxnSpPr/>
          <p:nvPr/>
        </p:nvCxnSpPr>
        <p:spPr>
          <a:xfrm>
            <a:off x="6309360" y="4361688"/>
            <a:ext cx="5577840" cy="0"/>
          </a:xfrm>
          <a:prstGeom prst="line">
            <a:avLst/>
          </a:prstGeom>
          <a:ln w="9525">
            <a:solidFill>
              <a:srgbClr val="004A48"/>
            </a:solidFill>
          </a:ln>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nvGraphicFramePr>
        <p:xfrm>
          <a:off x="6309360" y="4416552"/>
          <a:ext cx="5577838" cy="1371600"/>
        </p:xfrm>
        <a:graphic>
          <a:graphicData uri="http://schemas.openxmlformats.org/drawingml/2006/table">
            <a:tbl>
              <a:tblPr firstRow="0" bandRow="0"/>
              <a:tblGrid>
                <a:gridCol w="3372647"/>
                <a:gridCol w="1037737"/>
                <a:gridCol w="1167454"/>
              </a:tblGrid>
              <a:tr h="274320">
                <a:tc>
                  <a:txBody>
                    <a:bodyPr wrap="square"/>
                    <a:lstStyle/>
                    <a:p>
                      <a:pPr algn="l"/>
                      <a:r>
                        <a:rPr sz="900" b="1" i="0"/>
                        <a:t>Segment</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Hotels</a:t>
                      </a:r>
                    </a:p>
                  </a:txBody>
                  <a:tcPr marL="54864" marR="54864" marT="22860" marB="22860" anchor="ctr">
                    <a:lnL w="0">
                      <a:noFill/>
                    </a:lnL>
                    <a:lnR w="0">
                      <a:noFill/>
                    </a:lnR>
                    <a:lnT w="0">
                      <a:noFill/>
                    </a:lnT>
                    <a:lnB w="12700">
                      <a:solidFill>
                        <a:srgbClr val="004A48"/>
                      </a:solidFill>
                    </a:lnB>
                    <a:noFill/>
                  </a:tcPr>
                </a:tc>
                <a:tc>
                  <a:txBody>
                    <a:bodyPr wrap="square"/>
                    <a:lstStyle/>
                    <a:p>
                      <a:pPr algn="ctr"/>
                      <a:r>
                        <a:rPr sz="900" b="1" i="0"/>
                        <a:t>Rooms</a:t>
                      </a:r>
                    </a:p>
                  </a:txBody>
                  <a:tcPr marL="54864" marR="54864" marT="22860" marB="22860" anchor="ctr">
                    <a:lnL w="0">
                      <a:noFill/>
                    </a:lnL>
                    <a:lnR w="0">
                      <a:noFill/>
                    </a:lnR>
                    <a:lnT w="0">
                      <a:noFill/>
                    </a:lnT>
                    <a:lnB w="12700">
                      <a:solidFill>
                        <a:srgbClr val="004A48"/>
                      </a:solidFill>
                    </a:lnB>
                    <a:noFill/>
                  </a:tcPr>
                </a:tc>
              </a:tr>
              <a:tr h="274320">
                <a:tc>
                  <a:txBody>
                    <a:bodyPr wrap="square"/>
                    <a:lstStyle/>
                    <a:p>
                      <a:pPr algn="l"/>
                      <a:r>
                        <a:rPr sz="900" b="0" i="0"/>
                        <a:t>Full service (Township)</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5</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1,329</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0" i="0"/>
                        <a:t>Select service (Township)</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9</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925</a:t>
                      </a:r>
                    </a:p>
                  </a:txBody>
                  <a:tcPr marL="54864" marR="54864" marT="22860" marB="22860" anchor="ctr">
                    <a:lnL w="0">
                      <a:noFill/>
                    </a:lnL>
                    <a:lnR w="0">
                      <a:noFill/>
                    </a:lnR>
                    <a:lnT w="0">
                      <a:noFill/>
                    </a:lnT>
                    <a:lnB w="6350">
                      <a:solidFill>
                        <a:srgbClr val="D7E4D9"/>
                      </a:solidFill>
                    </a:lnB>
                    <a:noFill/>
                  </a:tcPr>
                </a:tc>
              </a:tr>
              <a:tr h="274320">
                <a:tc>
                  <a:txBody>
                    <a:bodyPr wrap="square"/>
                    <a:lstStyle/>
                    <a:p>
                      <a:pPr algn="l"/>
                      <a:r>
                        <a:rPr sz="900" b="1" i="0"/>
                        <a:t>Total Township</a:t>
                      </a:r>
                    </a:p>
                  </a:txBody>
                  <a:tcPr marL="54864" marR="54864" marT="22860" marB="22860" anchor="ctr">
                    <a:lnL w="0">
                      <a:noFill/>
                    </a:lnL>
                    <a:lnR w="0">
                      <a:noFill/>
                    </a:lnR>
                    <a:lnT w="6350">
                      <a:solidFill>
                        <a:srgbClr val="004A48"/>
                      </a:solidFill>
                    </a:lnT>
                    <a:lnB w="6350">
                      <a:solidFill>
                        <a:srgbClr val="D7E4D9"/>
                      </a:solidFill>
                    </a:lnB>
                    <a:solidFill>
                      <a:srgbClr val="F2F2F2"/>
                    </a:solidFill>
                  </a:tcPr>
                </a:tc>
                <a:tc>
                  <a:txBody>
                    <a:bodyPr wrap="square"/>
                    <a:lstStyle/>
                    <a:p>
                      <a:pPr algn="ctr"/>
                      <a:r>
                        <a:rPr sz="900" b="1" i="0"/>
                        <a:t>14</a:t>
                      </a:r>
                    </a:p>
                  </a:txBody>
                  <a:tcPr marL="54864" marR="54864" marT="22860" marB="22860" anchor="ctr">
                    <a:lnL w="0">
                      <a:noFill/>
                    </a:lnL>
                    <a:lnR w="0">
                      <a:noFill/>
                    </a:lnR>
                    <a:lnT w="6350">
                      <a:solidFill>
                        <a:srgbClr val="004A48"/>
                      </a:solidFill>
                    </a:lnT>
                    <a:lnB w="6350">
                      <a:solidFill>
                        <a:srgbClr val="D7E4D9"/>
                      </a:solidFill>
                    </a:lnB>
                    <a:solidFill>
                      <a:srgbClr val="F2F2F2"/>
                    </a:solidFill>
                  </a:tcPr>
                </a:tc>
                <a:tc>
                  <a:txBody>
                    <a:bodyPr wrap="square"/>
                    <a:lstStyle/>
                    <a:p>
                      <a:pPr algn="ctr"/>
                      <a:r>
                        <a:rPr sz="900" b="1" i="0"/>
                        <a:t>2,254</a:t>
                      </a:r>
                    </a:p>
                  </a:txBody>
                  <a:tcPr marL="54864" marR="54864" marT="22860" marB="22860" anchor="ctr">
                    <a:lnL w="0">
                      <a:noFill/>
                    </a:lnL>
                    <a:lnR w="0">
                      <a:noFill/>
                    </a:lnR>
                    <a:lnT w="6350">
                      <a:solidFill>
                        <a:srgbClr val="004A48"/>
                      </a:solidFill>
                    </a:lnT>
                    <a:lnB w="6350">
                      <a:solidFill>
                        <a:srgbClr val="D7E4D9"/>
                      </a:solidFill>
                    </a:lnB>
                    <a:solidFill>
                      <a:srgbClr val="F2F2F2"/>
                    </a:solidFill>
                  </a:tcPr>
                </a:tc>
              </a:tr>
              <a:tr h="274320">
                <a:tc>
                  <a:txBody>
                    <a:bodyPr wrap="square"/>
                    <a:lstStyle/>
                    <a:p>
                      <a:pPr algn="l"/>
                      <a:r>
                        <a:rPr sz="900" b="0" i="0"/>
                        <a:t>Competing, within 5 miles outside Township</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26</a:t>
                      </a:r>
                    </a:p>
                  </a:txBody>
                  <a:tcPr marL="54864" marR="54864" marT="22860" marB="22860" anchor="ctr">
                    <a:lnL w="0">
                      <a:noFill/>
                    </a:lnL>
                    <a:lnR w="0">
                      <a:noFill/>
                    </a:lnR>
                    <a:lnT w="0">
                      <a:noFill/>
                    </a:lnT>
                    <a:lnB w="6350">
                      <a:solidFill>
                        <a:srgbClr val="D7E4D9"/>
                      </a:solidFill>
                    </a:lnB>
                    <a:noFill/>
                  </a:tcPr>
                </a:tc>
                <a:tc>
                  <a:txBody>
                    <a:bodyPr wrap="square"/>
                    <a:lstStyle/>
                    <a:p>
                      <a:pPr algn="ctr"/>
                      <a:r>
                        <a:rPr sz="900" b="0" i="0"/>
                        <a:t>3,149</a:t>
                      </a:r>
                    </a:p>
                  </a:txBody>
                  <a:tcPr marL="54864" marR="54864" marT="22860" marB="22860" anchor="ctr">
                    <a:lnL w="0">
                      <a:noFill/>
                    </a:lnL>
                    <a:lnR w="0">
                      <a:noFill/>
                    </a:lnR>
                    <a:lnT w="0">
                      <a:noFill/>
                    </a:lnT>
                    <a:lnB w="6350">
                      <a:solidFill>
                        <a:srgbClr val="D7E4D9"/>
                      </a:solidFill>
                    </a:lnB>
                    <a:noFill/>
                  </a:tcPr>
                </a:tc>
              </a:tr>
            </a:tbl>
          </a:graphicData>
        </a:graphic>
      </p:graphicFrame>
      <p:sp>
        <p:nvSpPr>
          <p:cNvPr id="15" name="TextBox 14"/>
          <p:cNvSpPr txBox="1"/>
          <p:nvPr/>
        </p:nvSpPr>
        <p:spPr>
          <a:xfrm>
            <a:off x="310896" y="5760720"/>
            <a:ext cx="11576304" cy="384048"/>
          </a:xfrm>
          <a:prstGeom prst="rect">
            <a:avLst/>
          </a:prstGeom>
          <a:noFill/>
        </p:spPr>
        <p:txBody>
          <a:bodyPr wrap="square" anchor="b" lIns="36576" rIns="36576" tIns="18288" bIns="18288">
            <a:spAutoFit/>
          </a:bodyPr>
          <a:lstStyle/>
          <a:p>
            <a:pPr algn="l">
              <a:spcBef>
                <a:spcPts val="200"/>
              </a:spcBef>
              <a:spcAft>
                <a:spcPts val="200"/>
              </a:spcAft>
              <a:buNone/>
            </a:pPr>
            <a:r>
              <a:rPr sz="700" b="0" i="1">
                <a:solidFill>
                  <a:srgbClr val="7F7F7F"/>
                </a:solidFill>
              </a:rPr>
              <a:t>Source: CoStar, VTW STR data; compiled by RevPAR International (Dec. 2025). Note: 2020 data unavailable due to COVID 19 reporting gaps. YTD 25 reflects January to October 2025 and is not seasonally comparable to full year figures. 2025 full year and 2026 YTD results should be obtained from CoStar before underwriting.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Key Considerations</a:t>
            </a:r>
          </a:p>
        </p:txBody>
      </p:sp>
      <p:sp>
        <p:nvSpPr>
          <p:cNvPr id="4" name="Footer Placeholder 3">
            <a:extLst>
              <a:ext uri="{FF2B5EF4-FFF2-40B4-BE49-F238E27FC236}">
                <a16:creationId xmlns:a16="http://schemas.microsoft.com/office/drawing/2014/main" id="{C1AA4414-BA3F-9490-AC67-569C548ACCF8}"/>
              </a:ext>
            </a:extLst>
          </p:cNvPr>
          <p:cNvSpPr>
            <a:spLocks noGrp="1"/>
          </p:cNvSpPr>
          <p:nvPr>
            <p:ph type="ftr" sz="quarter" idx="3"/>
          </p:nvPr>
        </p:nvSpPr>
        <p:spPr/>
        <p:txBody>
          <a:bodyPr/>
          <a:lstStyle/>
          <a:p>
            <a:r>
              <a:rPr lang="en-US" sz="800"/>
              <a:t>Sixth Street Highly Confidential</a:t>
            </a:r>
            <a:endParaRPr lang="en-US" sz="800" dirty="0"/>
          </a:p>
        </p:txBody>
      </p:sp>
      <p:graphicFrame>
        <p:nvGraphicFramePr>
          <p:cNvPr id="5" name="Table 4"/>
          <p:cNvGraphicFramePr>
            <a:graphicFrameLocks noGrp="1"/>
          </p:cNvGraphicFramePr>
          <p:nvPr/>
        </p:nvGraphicFramePr>
        <p:xfrm>
          <a:off x="310896" y="685800"/>
          <a:ext cx="11576304" cy="4937760"/>
        </p:xfrm>
        <a:graphic>
          <a:graphicData uri="http://schemas.openxmlformats.org/drawingml/2006/table">
            <a:tbl>
              <a:tblPr firstRow="0" bandRow="0"/>
              <a:tblGrid>
                <a:gridCol w="1783080"/>
                <a:gridCol w="9793224"/>
              </a:tblGrid>
              <a:tr h="987552">
                <a:tc>
                  <a:txBody>
                    <a:bodyPr wrap="square"/>
                    <a:lstStyle/>
                    <a:p>
                      <a:pPr algn="l"/>
                      <a:r>
                        <a:rPr sz="1000" b="1" i="0">
                          <a:solidFill>
                            <a:srgbClr val="FFFFFF"/>
                          </a:solidFill>
                        </a:rPr>
                        <a:t>Energy &amp; Chemicals Concentration</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1000" b="0" i="0"/>
                        <a:t>We believe corporate demand remains tied to energy and chemicals, as major employer jobs fell 2.0% to 40,358 in the 2026 EDP report and GHP forecasts a loss of 3,200 oil and gas extraction jobs in Houston in 2026.</a:t>
                      </a:r>
                    </a:p>
                    <a:p>
                      <a:pPr algn="l" marL="155448" indent="-153988">
                        <a:spcBef>
                          <a:spcPts val="100"/>
                        </a:spcBef>
                        <a:spcAft>
                          <a:spcPts val="100"/>
                        </a:spcAft>
                        <a:buClr>
                          <a:srgbClr val="004A48"/>
                        </a:buClr>
                        <a:buFont typeface="Arial"/>
                        <a:buChar char="•"/>
                      </a:pPr>
                      <a:r>
                        <a:rPr sz="1000" b="1" i="0"/>
                        <a:t>Mitigant: </a:t>
                      </a:r>
                      <a:r>
                        <a:rPr sz="1000" b="0" i="0"/>
                        <a:t>Health care (32.5% of jobs) is forecast to add ~14,000 jobs in Houston in 2026, and the EDP cites land for 15,000 to 20,000 additional jobs and expects to announce a European manufacturer plus five smaller companies.</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1000" b="1" i="0">
                          <a:solidFill>
                            <a:srgbClr val="FFFFFF"/>
                          </a:solidFill>
                        </a:rPr>
                        <a:t>ADR &amp; RevPAR Softness</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1000" b="0" i="0"/>
                        <a:t>We think the 2025 decline is the most important near term data point, with YTD October ADR down 8.5% to $184.50 and RevPAR down 12.6% to $125.76 against a 2024 peak of $138.03.</a:t>
                      </a:r>
                    </a:p>
                    <a:p>
                      <a:pPr algn="l" marL="155448" indent="-153988">
                        <a:spcBef>
                          <a:spcPts val="100"/>
                        </a:spcBef>
                        <a:spcAft>
                          <a:spcPts val="100"/>
                        </a:spcAft>
                        <a:buClr>
                          <a:srgbClr val="004A48"/>
                        </a:buClr>
                        <a:buFont typeface="Arial"/>
                        <a:buChar char="•"/>
                      </a:pPr>
                      <a:r>
                        <a:rPr sz="1000" b="1" i="0"/>
                        <a:t>Mitigant: </a:t>
                      </a:r>
                      <a:r>
                        <a:rPr sz="1000" b="0" i="0"/>
                        <a:t>YTD 2025 RevPAR remains above the 2019 level of $121.81, 2025 hotel tax collections of over $10.3M were the second highest on record, and CoStar and Tourism Economics have raised their 2026 U.S. forecast twice (June and August 2026), with the latest occupancy forecast at 63.1%.</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1000" b="1" i="0">
                          <a:solidFill>
                            <a:srgbClr val="FFFFFF"/>
                          </a:solidFill>
                        </a:rPr>
                        <a:t>Loss of Marquee Event</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1000" b="0" i="0"/>
                        <a:t>We view the relocation of the Chevron Championship to Memorial Park in Houston (April 2026) as a loss of a signature spring compression event.</a:t>
                      </a:r>
                    </a:p>
                    <a:p>
                      <a:pPr algn="l" marL="155448" indent="-153988">
                        <a:spcBef>
                          <a:spcPts val="100"/>
                        </a:spcBef>
                        <a:spcAft>
                          <a:spcPts val="100"/>
                        </a:spcAft>
                        <a:buClr>
                          <a:srgbClr val="004A48"/>
                        </a:buClr>
                        <a:buFont typeface="Arial"/>
                        <a:buChar char="•"/>
                      </a:pPr>
                      <a:r>
                        <a:rPr sz="1000" b="1" i="0"/>
                        <a:t>Mitigant: </a:t>
                      </a:r>
                      <a:r>
                        <a:rPr sz="1000" b="0" i="0"/>
                        <a:t>IRONMAN Texas and the Pavilion concert season remain, and 2024 demand was diversified enough that seasonality was limited, with eight months above 70% occupancy.</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1000" b="1" i="0">
                          <a:solidFill>
                            <a:srgbClr val="FFFFFF"/>
                          </a:solidFill>
                        </a:rPr>
                        <a:t>New Supply &amp; Competition</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1000" b="0" i="0"/>
                        <a:t>We believe new upscale supply is likely given RevPAR International's recommendation of a 175 to 225 room upper upscale hotel and a 125 to 175 room upscale hotel, while Conroe and Valley Ranch add regional meeting competition.</a:t>
                      </a:r>
                    </a:p>
                    <a:p>
                      <a:pPr algn="l" marL="155448" indent="-153988">
                        <a:spcBef>
                          <a:spcPts val="100"/>
                        </a:spcBef>
                        <a:spcAft>
                          <a:spcPts val="100"/>
                        </a:spcAft>
                        <a:buClr>
                          <a:srgbClr val="004A48"/>
                        </a:buClr>
                        <a:buFont typeface="Arial"/>
                        <a:buChar char="•"/>
                      </a:pPr>
                      <a:r>
                        <a:rPr sz="1000" b="1" i="0"/>
                        <a:t>Mitigant: </a:t>
                      </a:r>
                      <a:r>
                        <a:rPr sz="1000" b="0" i="0"/>
                        <a:t>No new Township supply has opened since 2016, the market is estimated to absorb ~400 rooms, and RevPAR International estimates 180 to 360 room nights per night of recoverable demand from fill nights alone.</a:t>
                      </a:r>
                    </a:p>
                  </a:txBody>
                  <a:tcPr marL="73152" marR="54864" anchor="ctr">
                    <a:lnL w="0">
                      <a:noFill/>
                    </a:lnL>
                    <a:lnR w="0">
                      <a:noFill/>
                    </a:lnR>
                    <a:lnT w="6350">
                      <a:solidFill>
                        <a:srgbClr val="D7E4D9"/>
                      </a:solidFill>
                    </a:lnT>
                    <a:lnB w="6350">
                      <a:solidFill>
                        <a:srgbClr val="D7E4D9"/>
                      </a:solidFill>
                    </a:lnB>
                    <a:noFill/>
                  </a:tcPr>
                </a:tc>
              </a:tr>
              <a:tr h="987552">
                <a:tc>
                  <a:txBody>
                    <a:bodyPr wrap="square"/>
                    <a:lstStyle/>
                    <a:p>
                      <a:pPr algn="l"/>
                      <a:r>
                        <a:rPr sz="1000" b="1" i="0">
                          <a:solidFill>
                            <a:srgbClr val="FFFFFF"/>
                          </a:solidFill>
                        </a:rPr>
                        <a:t>Macro Uncertainty</a:t>
                      </a:r>
                    </a:p>
                  </a:txBody>
                  <a:tcPr marL="54864" marR="54864" marT="36576" marB="36576" anchor="ctr">
                    <a:lnL w="0">
                      <a:noFill/>
                    </a:lnL>
                    <a:lnR w="0">
                      <a:noFill/>
                    </a:lnR>
                    <a:lnT w="6350">
                      <a:solidFill>
                        <a:srgbClr val="D7E4D9"/>
                      </a:solidFill>
                    </a:lnT>
                    <a:lnB w="6350">
                      <a:solidFill>
                        <a:srgbClr val="D7E4D9"/>
                      </a:solidFill>
                    </a:lnB>
                    <a:solidFill>
                      <a:srgbClr val="004A48"/>
                    </a:solidFill>
                  </a:tcPr>
                </a:tc>
                <a:tc>
                  <a:txBody>
                    <a:bodyPr wrap="square"/>
                    <a:lstStyle/>
                    <a:p>
                      <a:pPr algn="l" marL="155448" indent="-153988">
                        <a:spcBef>
                          <a:spcPts val="100"/>
                        </a:spcBef>
                        <a:spcAft>
                          <a:spcPts val="100"/>
                        </a:spcAft>
                        <a:buClr>
                          <a:srgbClr val="004A48"/>
                        </a:buClr>
                        <a:buFont typeface="Arial"/>
                        <a:buChar char="•"/>
                      </a:pPr>
                      <a:r>
                        <a:rPr sz="1000" b="0" i="0"/>
                        <a:t>We view the EDP characterization of a "pause" and Houston job growth of only ~0.9% in 2026 as a risk to corporate group and transient demand.</a:t>
                      </a:r>
                    </a:p>
                    <a:p>
                      <a:pPr algn="l" marL="155448" indent="-153988">
                        <a:spcBef>
                          <a:spcPts val="100"/>
                        </a:spcBef>
                        <a:spcAft>
                          <a:spcPts val="100"/>
                        </a:spcAft>
                        <a:buClr>
                          <a:srgbClr val="004A48"/>
                        </a:buClr>
                        <a:buFont typeface="Arial"/>
                        <a:buChar char="•"/>
                      </a:pPr>
                      <a:r>
                        <a:rPr sz="1000" b="1" i="0"/>
                        <a:t>Mitigant: </a:t>
                      </a:r>
                      <a:r>
                        <a:rPr sz="1000" b="0" i="0"/>
                        <a:t>Montgomery County grew 4.2% in the past year and The Woodlands has grown 45% in ten years, supporting leisure, retail, and health care driven demand.</a:t>
                      </a:r>
                    </a:p>
                  </a:txBody>
                  <a:tcPr marL="73152" marR="54864" anchor="ctr">
                    <a:lnL w="0">
                      <a:noFill/>
                    </a:lnL>
                    <a:lnR w="0">
                      <a:noFill/>
                    </a:lnR>
                    <a:lnT w="6350">
                      <a:solidFill>
                        <a:srgbClr val="D7E4D9"/>
                      </a:solidFill>
                    </a:lnT>
                    <a:lnB w="6350">
                      <a:solidFill>
                        <a:srgbClr val="D7E4D9"/>
                      </a:solidFill>
                    </a:lnB>
                    <a:noFill/>
                  </a:tcPr>
                </a:tc>
              </a:tr>
            </a:tbl>
          </a:graphicData>
        </a:graphic>
      </p:graphicFrame>
      <p:sp>
        <p:nvSpPr>
          <p:cNvPr id="6" name="TextBox 5"/>
          <p:cNvSpPr txBox="1"/>
          <p:nvPr/>
        </p:nvSpPr>
        <p:spPr>
          <a:xfrm>
            <a:off x="310896" y="5760720"/>
            <a:ext cx="11576304" cy="384048"/>
          </a:xfrm>
          <a:prstGeom prst="rect">
            <a:avLst/>
          </a:prstGeom>
          <a:noFill/>
        </p:spPr>
        <p:txBody>
          <a:bodyPr wrap="square" anchor="b" lIns="36576" rIns="36576" tIns="18288" bIns="18288">
            <a:spAutoFit/>
          </a:bodyPr>
          <a:lstStyle/>
          <a:p>
            <a:pPr algn="l">
              <a:spcBef>
                <a:spcPts val="200"/>
              </a:spcBef>
              <a:spcAft>
                <a:spcPts val="200"/>
              </a:spcAft>
              <a:buNone/>
            </a:pPr>
            <a:r>
              <a:rPr sz="700" b="0" i="1">
                <a:solidFill>
                  <a:srgbClr val="7F7F7F"/>
                </a:solidFill>
              </a:rPr>
              <a:t>Source: Greater Houston Partnership, The Woodlands Area EDP, CoStar, Tourism Economics, Visit The Woodlands, RevPAR International, Community Impact. Note: forecasts are as published at the dates cited; 2025 YTD figures reflect January to October 2025.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MM_STAMP_CONVERTED" val="True"/>
  <p:tag name="MM_SECTION_CONVERTED" val="Tru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Sixth Street PowerPoint Template">
  <a:themeElements>
    <a:clrScheme name="Sixth Street PowerPoint">
      <a:dk1>
        <a:srgbClr val="000000"/>
      </a:dk1>
      <a:lt1>
        <a:srgbClr val="FFFFFF"/>
      </a:lt1>
      <a:dk2>
        <a:srgbClr val="004A48"/>
      </a:dk2>
      <a:lt2>
        <a:srgbClr val="D7E4D9"/>
      </a:lt2>
      <a:accent1>
        <a:srgbClr val="004A48"/>
      </a:accent1>
      <a:accent2>
        <a:srgbClr val="D7E4D9"/>
      </a:accent2>
      <a:accent3>
        <a:srgbClr val="366F75"/>
      </a:accent3>
      <a:accent4>
        <a:srgbClr val="C9E7F0"/>
      </a:accent4>
      <a:accent5>
        <a:srgbClr val="3E7EA0"/>
      </a:accent5>
      <a:accent6>
        <a:srgbClr val="F0E6D0"/>
      </a:accent6>
      <a:hlink>
        <a:srgbClr val="F75B34"/>
      </a:hlink>
      <a:folHlink>
        <a:srgbClr val="3E7EA0"/>
      </a:folHlink>
    </a:clrScheme>
    <a:fontScheme name="Season">
      <a:majorFont>
        <a:latin typeface="Season Mix"/>
        <a:ea typeface=""/>
        <a:cs typeface=""/>
        <a:font script="Jpan" typeface="游ゴシック Light"/>
        <a:font script="Hang" typeface="맑은 고딕"/>
        <a:font script="Hans" typeface="等线"/>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ason Sans"/>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0" tIns="0" rIns="0" bIns="0" rtlCol="0">
        <a:spAutoFit/>
      </a:bodyPr>
      <a:lstStyle>
        <a:defPPr marL="1460" indent="0" algn="l">
          <a:buFont typeface="Arial" panose="020B0604020202020204" pitchFamily="34" charset="0"/>
          <a:buNone/>
          <a:defRPr/>
        </a:defPPr>
      </a:lstStyle>
    </a:txDef>
  </a:objectDefaults>
  <a:extraClrSchemeLst/>
  <a:custClrLst>
    <a:custClr name="Pine">
      <a:srgbClr val="004A48"/>
    </a:custClr>
    <a:custClr name="Ocean">
      <a:srgbClr val="366F75"/>
    </a:custClr>
    <a:custClr name="Moss">
      <a:srgbClr val="D7E4D9"/>
    </a:custClr>
    <a:custClr name="Pacific">
      <a:srgbClr val="C9E7F0"/>
    </a:custClr>
    <a:custClr name="International Orange">
      <a:srgbClr val="F75B35"/>
    </a:custClr>
    <a:custClr name="Dawn White">
      <a:srgbClr val="F6F5F4"/>
    </a:custClr>
    <a:custClr name="Warm Black">
      <a:srgbClr val="141414"/>
    </a:custClr>
    <a:custClr name="Warm Black Tint 1">
      <a:srgbClr val="434343"/>
    </a:custClr>
    <a:custClr name="Warm Black Tint 2">
      <a:srgbClr val="727272"/>
    </a:custClr>
    <a:custClr name="Warm Black Tint 3">
      <a:srgbClr val="898989"/>
    </a:custClr>
    <a:custClr name="Pine Tint 4">
      <a:srgbClr val="99ADAD"/>
    </a:custClr>
    <a:custClr name="Pine Tint 3">
      <a:srgbClr val="809898"/>
    </a:custClr>
    <a:custClr name="Pine Tint 2">
      <a:srgbClr val="668383"/>
    </a:custClr>
    <a:custClr name="Pine Tint 1">
      <a:srgbClr val="335A5A"/>
    </a:custClr>
    <a:custClr name="Ocean Tint 4">
      <a:srgbClr val="AFC5C8"/>
    </a:custClr>
    <a:custClr name="Ocean Tint 3">
      <a:srgbClr val="9AB7BA"/>
    </a:custClr>
    <a:custClr name="Ocean Tint 2">
      <a:srgbClr val="86A9AC"/>
    </a:custClr>
    <a:custClr name="Ocean Tint 1">
      <a:srgbClr val="5E8C91"/>
    </a:custClr>
    <a:custClr name="Ocean Shade 1">
      <a:srgbClr val="33666B"/>
    </a:custClr>
    <a:custClr name="Ocean Shade 2">
      <a:srgbClr val="2F5D62"/>
    </a:custClr>
    <a:custClr name="Ocean Shade 3">
      <a:srgbClr val="2C5458"/>
    </a:custClr>
    <a:custClr name="Ocean Shade 4">
      <a:srgbClr val="284B4E"/>
    </a:custClr>
    <a:custClr name="Moss Tint 4">
      <a:srgbClr val="EFF4F0"/>
    </a:custClr>
    <a:custClr name="Moss Tint 3">
      <a:srgbClr val="EBF1EC"/>
    </a:custClr>
    <a:custClr name="Moss Tint 2">
      <a:srgbClr val="E7EFE8"/>
    </a:custClr>
    <a:custClr name="Moss Tint 1">
      <a:srgbClr val="DFE9E1"/>
    </a:custClr>
    <a:custClr name="Moss Shade 1">
      <a:srgbClr val="C3CFC5"/>
    </a:custClr>
    <a:custClr name="Moss Shade 2">
      <a:srgbClr val="B0BAB2"/>
    </a:custClr>
    <a:custClr name="Moss Shade 3">
      <a:srgbClr val="9CA69E"/>
    </a:custClr>
    <a:custClr name="Moss Shade 4">
      <a:srgbClr val="89918A"/>
    </a:custClr>
    <a:custClr name="Pacific Tint 4">
      <a:srgbClr val="E9F5F9"/>
    </a:custClr>
    <a:custClr name="Pacific Tint 3">
      <a:srgbClr val="E4F3F7"/>
    </a:custClr>
    <a:custClr name="Pacific Tint 2">
      <a:srgbClr val="DFF1F6"/>
    </a:custClr>
    <a:custClr name="Pacific Tint 1">
      <a:srgbClr val="D4ECF3"/>
    </a:custClr>
    <a:custClr name="Pacific Shade 1">
      <a:srgbClr val="B7D2DA"/>
    </a:custClr>
    <a:custClr name="Pacific Shade 2">
      <a:srgbClr val="A5BDC4"/>
    </a:custClr>
    <a:custClr name="Pacific Shade 3">
      <a:srgbClr val="93A8AE"/>
    </a:custClr>
    <a:custClr name="Pacific Shade 4">
      <a:srgbClr val="819398"/>
    </a:custClr>
    <a:custClr name="International Orange Tint 4">
      <a:srgbClr val="FCBDAE"/>
    </a:custClr>
    <a:custClr name="International Orange Tint 3">
      <a:srgbClr val="FBAD9A"/>
    </a:custClr>
    <a:custClr name="International Orange Tint 2">
      <a:srgbClr val="FA9D86"/>
    </a:custClr>
    <a:custClr name="International Orange Tint 1">
      <a:srgbClr val="F97C5D"/>
    </a:custClr>
    <a:custClr name="International Orange Shade 1">
      <a:srgbClr val="E05432"/>
    </a:custClr>
    <a:custClr name="International Orange Shade 2">
      <a:srgbClr val="CA4D2E"/>
    </a:custClr>
    <a:custClr name="International Orange Shade 3">
      <a:srgbClr val="B3462B"/>
    </a:custClr>
    <a:custClr name="International Orange Shade 4">
      <a:srgbClr val="9C3F28"/>
    </a:custClr>
    <a:custClr name="Dawn White Shade 1">
      <a:srgbClr val="DFDEDE"/>
    </a:custClr>
    <a:custClr name="Dawn White Shade 2">
      <a:srgbClr val="C9C8C7"/>
    </a:custClr>
    <a:custClr name="Dawn White Shade 3">
      <a:srgbClr val="B2B1B1"/>
    </a:custClr>
    <a:custClr name="Dawn White Shade 4">
      <a:srgbClr val="9C9B9A"/>
    </a:custClr>
  </a:custClrLst>
  <a:extLst>
    <a:ext uri="{05A4C25C-085E-4340-85A3-A5531E510DB2}">
      <thm15:themeFamily xmlns:thm15="http://schemas.microsoft.com/office/thememl/2012/main" name="Sixth Street PowerPoint Template.pptx" id="{C5BA365B-238A-4129-BE45-179327004DCA}" vid="{40C12984-7037-4CDE-AB17-E94197A7D4CA}"/>
    </a:ext>
  </a:extLst>
</a:theme>
</file>

<file path=ppt/theme/theme2.xml><?xml version="1.0" encoding="utf-8"?>
<a:theme xmlns:a="http://schemas.openxmlformats.org/drawingml/2006/main" name="Sixth Street [B&amp;W]">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eason">
      <a:majorFont>
        <a:latin typeface="Season Mix"/>
        <a:ea typeface=""/>
        <a:cs typeface=""/>
        <a:font script="Jpan" typeface="游ゴシック Light"/>
        <a:font script="Hang" typeface="맑은 고딕"/>
        <a:font script="Hans" typeface="等线"/>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ason Sans"/>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ine">
      <a:srgbClr val="003131"/>
    </a:custClr>
    <a:custClr name="Ocean">
      <a:srgbClr val="366F75"/>
    </a:custClr>
    <a:custClr name="Moss">
      <a:srgbClr val="D7E4D9"/>
    </a:custClr>
    <a:custClr name="Pacific">
      <a:srgbClr val="C9E7F0"/>
    </a:custClr>
    <a:custClr name="International Orange">
      <a:srgbClr val="F75B35"/>
    </a:custClr>
    <a:custClr name="Dawn White">
      <a:srgbClr val="F6F5F4"/>
    </a:custClr>
    <a:custClr name="Warm Black">
      <a:srgbClr val="141414"/>
    </a:custClr>
    <a:custClr name="Warm Black Tint 1">
      <a:srgbClr val="434343"/>
    </a:custClr>
    <a:custClr name="Warm Black Tint 2">
      <a:srgbClr val="727272"/>
    </a:custClr>
    <a:custClr name="Warm Black Tint 3">
      <a:srgbClr val="898989"/>
    </a:custClr>
    <a:custClr name="Pine Tint 4">
      <a:srgbClr val="99ADAD"/>
    </a:custClr>
    <a:custClr name="Pine Tint 3">
      <a:srgbClr val="809898"/>
    </a:custClr>
    <a:custClr name="Pine Tint 2">
      <a:srgbClr val="668383"/>
    </a:custClr>
    <a:custClr name="Pine Tint 1">
      <a:srgbClr val="335A5A"/>
    </a:custClr>
    <a:custClr name="Ocean Tint 4">
      <a:srgbClr val="AFC5C8"/>
    </a:custClr>
    <a:custClr name="Ocean Tint 3">
      <a:srgbClr val="9AB7BA"/>
    </a:custClr>
    <a:custClr name="Ocean Tint 2">
      <a:srgbClr val="86A9AC"/>
    </a:custClr>
    <a:custClr name="Ocean Tint 1">
      <a:srgbClr val="5E8C91"/>
    </a:custClr>
    <a:custClr name="Ocean Shade 1">
      <a:srgbClr val="33666B"/>
    </a:custClr>
    <a:custClr name="Ocean Shade 2">
      <a:srgbClr val="2F5D62"/>
    </a:custClr>
    <a:custClr name="Ocean Shade 3">
      <a:srgbClr val="2C5458"/>
    </a:custClr>
    <a:custClr name="Ocean Shade 4">
      <a:srgbClr val="284B4E"/>
    </a:custClr>
    <a:custClr name="Moss Tint 4">
      <a:srgbClr val="EFF4F0"/>
    </a:custClr>
    <a:custClr name="Moss Tint 3">
      <a:srgbClr val="EBF1EC"/>
    </a:custClr>
    <a:custClr name="Moss Tint 2">
      <a:srgbClr val="E7EFE8"/>
    </a:custClr>
    <a:custClr name="Moss Tint 1">
      <a:srgbClr val="DFE9E1"/>
    </a:custClr>
    <a:custClr name="Moss Shade 1">
      <a:srgbClr val="C3CFC5"/>
    </a:custClr>
    <a:custClr name="Moss Shade 2">
      <a:srgbClr val="B0BAB2"/>
    </a:custClr>
    <a:custClr name="Moss Shade 3">
      <a:srgbClr val="9CA69E"/>
    </a:custClr>
    <a:custClr name="Moss Shade 4">
      <a:srgbClr val="89918A"/>
    </a:custClr>
    <a:custClr name="Pacific Tint 4">
      <a:srgbClr val="E9F5F9"/>
    </a:custClr>
    <a:custClr name="Pacific Tint 3">
      <a:srgbClr val="E4F3F7"/>
    </a:custClr>
    <a:custClr name="Pacific Tint 2">
      <a:srgbClr val="DFF1F6"/>
    </a:custClr>
    <a:custClr name="Pacific Tint 1">
      <a:srgbClr val="D4ECF3"/>
    </a:custClr>
    <a:custClr name="Pacific Shade 1">
      <a:srgbClr val="B7D2DA"/>
    </a:custClr>
    <a:custClr name="Pacific Shade 2">
      <a:srgbClr val="A5BDC4"/>
    </a:custClr>
    <a:custClr name="Pacific Shade 3">
      <a:srgbClr val="93A8AE"/>
    </a:custClr>
    <a:custClr name="Pacific Shade 4">
      <a:srgbClr val="819398"/>
    </a:custClr>
    <a:custClr name="International Orange Tint 4">
      <a:srgbClr val="FCBDAE"/>
    </a:custClr>
    <a:custClr name="International Orange Tint 3">
      <a:srgbClr val="FBAD9A"/>
    </a:custClr>
    <a:custClr name="International Orange Tint 2">
      <a:srgbClr val="FA9D86"/>
    </a:custClr>
    <a:custClr name="International Orange Tint 1">
      <a:srgbClr val="F97C5D"/>
    </a:custClr>
    <a:custClr name="International Orange Shade 1">
      <a:srgbClr val="E05432"/>
    </a:custClr>
    <a:custClr name="International Orange Shade 2">
      <a:srgbClr val="CA4D2E"/>
    </a:custClr>
    <a:custClr name="International Orange Shade 3">
      <a:srgbClr val="B3462B"/>
    </a:custClr>
    <a:custClr name="International Orange Shade 4">
      <a:srgbClr val="9C3F28"/>
    </a:custClr>
    <a:custClr name="Dawn White Shade 1">
      <a:srgbClr val="DFDEDE"/>
    </a:custClr>
    <a:custClr name="Dawn White Shade 2">
      <a:srgbClr val="C9C8C7"/>
    </a:custClr>
    <a:custClr name="Dawn White Shade 3">
      <a:srgbClr val="B2B1B1"/>
    </a:custClr>
    <a:custClr name="Dawn White Shade 4">
      <a:srgbClr val="9C9B9A"/>
    </a:custClr>
  </a:custClrLst>
  <a:extLst>
    <a:ext uri="{05A4C25C-085E-4340-85A3-A5531E510DB2}">
      <thm15:themeFamily xmlns:thm15="http://schemas.microsoft.com/office/thememl/2012/main" name="Sixth Street PowerPoint Template.pptx" id="{C5BA365B-238A-4129-BE45-179327004DCA}" vid="{271B46FE-0463-475D-A6DA-7EEDDD0226B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098B6DF-4376-A54E-89EC-01BF78B8E697}">
  <we:reference id="WA200010001" version="1.0.0.1" store="Omex" storeType="OMEX"/>
  <we:alternateReferences>
    <we:reference id="WA200010001" version="1.0.0.1" store="WA200010001" storeType="OMEX"/>
  </we:alternateReferences>
  <we:properties>
    <we:property name="claude.fileId" value="&quot;45a96033-f780-43b6-8285-becd9953383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Sixth Street PowerPoint Template</Template>
  <TotalTime>1602</TotalTime>
  <Words>849</Words>
  <Application>Microsoft Office PowerPoint</Application>
  <PresentationFormat>Widescreen</PresentationFormat>
  <Paragraphs>61</Paragraphs>
  <Slides>8</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Arial</vt:lpstr>
      <vt:lpstr>Calibri</vt:lpstr>
      <vt:lpstr>Season Mix</vt:lpstr>
      <vt:lpstr>Season Sans</vt:lpstr>
      <vt:lpstr>Sixth Street PowerPoint Template</vt:lpstr>
      <vt:lpstr>Sixth Street [B&amp;W]</vt:lpstr>
      <vt:lpstr>Ht3 2026-WLND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Sixth Street Partners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Steele, Jon</dc:creator>
  <cp:lastModifiedBy>Russell, Charlie</cp:lastModifiedBy>
  <cp:revision>20</cp:revision>
  <dcterms:created xsi:type="dcterms:W3CDTF">2026-10-26T17:30:14Z</dcterms:created>
  <dcterms:modified xsi:type="dcterms:W3CDTF">2026-10-29T14:48:06Z</dcterms:modified>
</cp:coreProperties>
</file>